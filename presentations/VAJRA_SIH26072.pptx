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3a9f976c9bf4caa" /><Relationship Type="http://schemas.openxmlformats.org/officeDocument/2006/relationships/extended-properties" Target="/docProps/app.xml" Id="R7317d5444d37403b" /><Relationship Type="http://schemas.openxmlformats.org/officeDocument/2006/relationships/officeDocument" Target="/ppt/presentation.xml" Id="Rb0a157f99b3f483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a3863e9bdb84924"/>
  </p:sldMasterIdLst>
  <p:notesMasterIdLst>
    <p:notesMasterId xmlns:r="http://schemas.openxmlformats.org/officeDocument/2006/relationships" r:id="R90dbac2309334439"/>
  </p:notesMasterIdLst>
  <p:sldIdLst>
    <p:sldId xmlns:r="http://schemas.openxmlformats.org/officeDocument/2006/relationships" id="256" r:id="R7d9b3d2b3ed34ddd"/>
    <p:sldId xmlns:r="http://schemas.openxmlformats.org/officeDocument/2006/relationships" id="257" r:id="R015155fa916f4b6f"/>
    <p:sldId xmlns:r="http://schemas.openxmlformats.org/officeDocument/2006/relationships" id="258" r:id="Rbedede4080e74acc"/>
    <p:sldId xmlns:r="http://schemas.openxmlformats.org/officeDocument/2006/relationships" id="259" r:id="R74057e64a6504693"/>
    <p:sldId xmlns:r="http://schemas.openxmlformats.org/officeDocument/2006/relationships" id="260" r:id="R935dfac6a2e14c68"/>
    <p:sldId xmlns:r="http://schemas.openxmlformats.org/officeDocument/2006/relationships" id="261" r:id="R4ba472d2a5d548f1"/>
  </p:sldIdLst>
  <p:sldSz cx="12192000" cy="6858000"/>
  <p:notesSz cx="6858000" cy="9144000"/>
  <p:embeddedFontLst>
    <p:embeddedFont>
      <p:font typeface="Garamond"/>
      <p:regular xmlns:r="http://schemas.openxmlformats.org/officeDocument/2006/relationships" r:id="Rfc879cf761274924"/>
      <p:bold xmlns:r="http://schemas.openxmlformats.org/officeDocument/2006/relationships" r:id="R4399365c6cf54132"/>
      <p:italic xmlns:r="http://schemas.openxmlformats.org/officeDocument/2006/relationships" r:id="R45cd72e7d5274ceb"/>
      <p:boldItalic xmlns:r="http://schemas.openxmlformats.org/officeDocument/2006/relationships" r:id="R73afa0e3ecb84b76"/>
    </p:embeddedFont>
    <p:embeddedFont>
      <p:font typeface="Arial Narrow"/>
      <p:regular xmlns:r="http://schemas.openxmlformats.org/officeDocument/2006/relationships" r:id="Rf5f915cae81844a4"/>
      <p:bold xmlns:r="http://schemas.openxmlformats.org/officeDocument/2006/relationships" r:id="Rf76f732b541c44fe"/>
      <p:italic xmlns:r="http://schemas.openxmlformats.org/officeDocument/2006/relationships" r:id="Re9d482ff0277407e"/>
      <p:boldItalic xmlns:r="http://schemas.openxmlformats.org/officeDocument/2006/relationships" r:id="Re881b673c6094e69"/>
    </p:embeddedFont>
    <p:embeddedFont>
      <p:font typeface="Oswald"/>
      <p:regular xmlns:r="http://schemas.openxmlformats.org/officeDocument/2006/relationships" r:id="R0b9844c8095e4c57"/>
      <p:bold xmlns:r="http://schemas.openxmlformats.org/officeDocument/2006/relationships" r:id="R584f4c9467614d60"/>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4051FD5F-A2FE-4DEC-9349-808E35BEFF39}">
  <a:tblStyle styleId="{4051FD5F-A2FE-4DEC-9349-808E35BEFF3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wholeTbl>
    <a:band1H>
      <a:tcTxStyle b="off" i="off"/>
    </a:band1H>
    <a:band2H>
      <a:tcTxStyle b="off" i="off"/>
      <a:tcStyle>
        <a:fill>
          <a:solidFill>
            <a:srgbClr val="FFFFFF"/>
          </a:solidFill>
        </a:fill>
      </a:tcStyle>
    </a:band2H>
    <a:band1V>
      <a:tcTxStyle b="off" i="off"/>
    </a:band1V>
    <a:band2V>
      <a:tcTxStyle b="off" i="off"/>
    </a:band2V>
    <a:lastCol>
      <a:tcTxStyle b="off" i="off"/>
    </a:lastCol>
    <a:firstCo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firstCol>
    <a:lastRow>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lastRow>
    <a:seCell>
      <a:tcTxStyle b="off" i="off"/>
    </a:seCell>
    <a:swCell>
      <a:tcTxStyle b="off" i="off"/>
    </a:swCell>
    <a:firstRow>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firstRow>
    <a:neCell>
      <a:tcTxStyle b="off" i="off"/>
    </a:neCell>
    <a:nwCell>
      <a:tcTxStyle b="off" i="off"/>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debe8aa2923945fb" /><Relationship Type="http://schemas.openxmlformats.org/officeDocument/2006/relationships/slideMaster" Target="/ppt/slideMasters/slideMaster1.xml" Id="Rfa3863e9bdb84924" /><Relationship Type="http://schemas.openxmlformats.org/officeDocument/2006/relationships/notesMaster" Target="/ppt/notesMasters/notesMaster1.xml" Id="R90dbac2309334439" /><Relationship Type="http://schemas.openxmlformats.org/officeDocument/2006/relationships/presProps" Target="/ppt/presProps.xml" Id="R0e913edbd8c64ce9" /><Relationship Type="http://schemas.openxmlformats.org/officeDocument/2006/relationships/tableStyles" Target="/ppt/tableStyles.xml" Id="R1e3599c2c38449a9" /><Relationship Type="http://schemas.openxmlformats.org/officeDocument/2006/relationships/font" Target="/ppt/fonts/font.dat" Id="Rfc879cf761274924" /><Relationship Type="http://schemas.openxmlformats.org/officeDocument/2006/relationships/font" Target="/ppt/fonts/font2.dat" Id="R4399365c6cf54132" /><Relationship Type="http://schemas.openxmlformats.org/officeDocument/2006/relationships/font" Target="/ppt/fonts/font3.dat" Id="R45cd72e7d5274ceb" /><Relationship Type="http://schemas.openxmlformats.org/officeDocument/2006/relationships/font" Target="/ppt/fonts/font4.dat" Id="R73afa0e3ecb84b76" /><Relationship Type="http://schemas.openxmlformats.org/officeDocument/2006/relationships/font" Target="/ppt/fonts/font5.dat" Id="Rf5f915cae81844a4" /><Relationship Type="http://schemas.openxmlformats.org/officeDocument/2006/relationships/font" Target="/ppt/fonts/font6.dat" Id="Rf76f732b541c44fe" /><Relationship Type="http://schemas.openxmlformats.org/officeDocument/2006/relationships/font" Target="/ppt/fonts/font7.dat" Id="Re9d482ff0277407e" /><Relationship Type="http://schemas.openxmlformats.org/officeDocument/2006/relationships/font" Target="/ppt/fonts/font8.dat" Id="Re881b673c6094e69" /><Relationship Type="http://schemas.openxmlformats.org/officeDocument/2006/relationships/font" Target="/ppt/fonts/font9.dat" Id="R0b9844c8095e4c57" /><Relationship Type="http://schemas.openxmlformats.org/officeDocument/2006/relationships/font" Target="/ppt/fonts/font10.dat" Id="R584f4c9467614d60" /><Relationship Type="http://schemas.openxmlformats.org/officeDocument/2006/relationships/slide" Target="/ppt/slides/slide1.xml" Id="R7d9b3d2b3ed34ddd" /><Relationship Type="http://schemas.openxmlformats.org/officeDocument/2006/relationships/slide" Target="/ppt/slides/slide2.xml" Id="R015155fa916f4b6f" /><Relationship Type="http://schemas.openxmlformats.org/officeDocument/2006/relationships/slide" Target="/ppt/slides/slide3.xml" Id="Rbedede4080e74acc" /><Relationship Type="http://schemas.openxmlformats.org/officeDocument/2006/relationships/slide" Target="/ppt/slides/slide4.xml" Id="R74057e64a6504693" /><Relationship Type="http://schemas.openxmlformats.org/officeDocument/2006/relationships/slide" Target="/ppt/slides/slide5.xml" Id="R935dfac6a2e14c68" /><Relationship Type="http://schemas.openxmlformats.org/officeDocument/2006/relationships/slide" Target="/ppt/slides/slide6.xml" Id="R4ba472d2a5d548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288183fe3d4a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fbe98162884697" /><Relationship Type="http://schemas.openxmlformats.org/officeDocument/2006/relationships/notesMaster" Target="/ppt/notesMasters/notesMaster1.xml" Id="R559ead0e1b534d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d6320766604e49" /><Relationship Type="http://schemas.openxmlformats.org/officeDocument/2006/relationships/notesMaster" Target="/ppt/notesMasters/notesMaster1.xml" Id="R920230182b6e46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65ac296c3f4ee1" /><Relationship Type="http://schemas.openxmlformats.org/officeDocument/2006/relationships/notesMaster" Target="/ppt/notesMasters/notesMaster1.xml" Id="R10902a7010ad4b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c8cdb44f5f4986" /><Relationship Type="http://schemas.openxmlformats.org/officeDocument/2006/relationships/notesMaster" Target="/ppt/notesMasters/notesMaster1.xml" Id="R7852a995d03341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7e752b00ef43e6" /><Relationship Type="http://schemas.openxmlformats.org/officeDocument/2006/relationships/notesMaster" Target="/ppt/notesMasters/notesMaster1.xml" Id="R93d305b6b96d45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72d991945c49c4" /><Relationship Type="http://schemas.openxmlformats.org/officeDocument/2006/relationships/notesMaster" Target="/ppt/notesMasters/notesMaster1.xml" Id="Rc144463c3ed645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400"/>
              <a:buNone/>
            </a:pPr>
            <a:r>
              <a:rPr sz="1200"/>
              <a:t>VAJRA, SIH26072. Problem metadata transcribed from the user's SIH26072_Detailed_Technical_Analysis.md. Ministry of Earth Sciences, India Meteorological Department. Core deliverable: a local predictive model. Website and React Native app are evidence and delivery clients. NCR is the proposed first scientific pilot. The template supplied no team ID.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The next 30 minutes is a design target, not a demonstrated reliable lead time. Broad warnings alone do not resolve every local decision. Damini already offers advance lightning alerts, so this deck makes no superiority claim. Sources: https://www.mha.gov.in/MHA1/Par2017/pdfs/par2022-pdfs/RS27072022/1197.pdf (27 July 2022, annexure: 2,862 deaths in India in 2020); https://www.pib.gov.in/PressReleasePage.aspx?PRID=1813993 (6 April 2022, Damini). Image: actual project screenshot artifacts/observed-radar.png, historical Meteo-France radar data from 19 December 2018. It does not show NCR weather. See VALIDATION.md and data/external/meteonet_manifest.json in this repository.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Proposed integrated architecture around implemented research components. Separate executable components include image motion experiments, compact ConvLSTM lightning classification, rain/first-lightning discrete-time survival heads, calibration, citizen evidence ledger, website and React Native app. Unified live sensor fusion, trusted NCR serving and authorised public alert publication remain to be established. Lightning event probabilities can use held-out calibration; timing distributions still need calibration and field validation. Five-minute bins are model targets, not source resolution. Only covered, event-free initial periods support onset predictions. Quality and age masks handle missing inputs. NWP context integration is proposed. No LLM or Jev is required. Public reports: neutral yes/no/unsure, consent, duplicate controls, closed reporting windows and independent review. Majority agreement creates a candidate weak rain-presence label, never sensor truth. Training runs remain versioned and require explicit promotion. New inputs update forecasts, not model weights. References 03-07, 09-12 and 16. https://www.mha.gov.in/MHA1/Par2017/pdfs/par2022-pdfs/RS27072022/1197.pdf</a:t>
            </a:r>
            <a:endParaRPr/>
          </a:p>
          <a:p xmlns:a="http://schemas.openxmlformats.org/drawingml/2006/main">
            <a:pPr marL="0" lvl="0" indent="0" algn="l">
              <a:lnSpc>
                <a:spcPct val="100000"/>
              </a:lnSpc>
              <a:spcBef>
                <a:spcPts val="0"/>
              </a:spcBef>
              <a:spcAft>
                <a:spcPts val="0"/>
              </a:spcAft>
              <a:buSzPts val="1400"/>
              <a:buNone/>
            </a:pPr>
            <a:r>
              <a:rPr sz="1200"/>
              <a:t>https://www.pib.gov.in/PressReleasePage.aspx?PRID=1813993</a:t>
            </a:r>
            <a:endParaRPr/>
          </a:p>
          <a:p xmlns:a="http://schemas.openxmlformats.org/drawingml/2006/main">
            <a:pPr marL="0" lvl="0" indent="0" algn="l">
              <a:lnSpc>
                <a:spcPct val="100000"/>
              </a:lnSpc>
              <a:spcBef>
                <a:spcPts val="0"/>
              </a:spcBef>
              <a:spcAft>
                <a:spcPts val="0"/>
              </a:spcAft>
              <a:buSzPts val="1400"/>
              <a:buNone/>
            </a:pPr>
            <a:r>
              <a:rPr sz="1200"/>
              <a:t>https://mausam.imd.gov.in/</a:t>
            </a:r>
            <a:endParaRPr/>
          </a:p>
          <a:p xmlns:a="http://schemas.openxmlformats.org/drawingml/2006/main">
            <a:pPr marL="0" lvl="0" indent="0" algn="l">
              <a:lnSpc>
                <a:spcPct val="100000"/>
              </a:lnSpc>
              <a:spcBef>
                <a:spcPts val="0"/>
              </a:spcBef>
              <a:spcAft>
                <a:spcPts val="0"/>
              </a:spcAft>
              <a:buSzPts val="1400"/>
              <a:buNone/>
            </a:pPr>
            <a:r>
              <a:rPr sz="1200"/>
              <a:t>https://www.mosdac.gov.in/look/DOCS/mosdac-data-guidelines_english.pdf</a:t>
            </a:r>
            <a:endParaRPr/>
          </a:p>
          <a:p xmlns:a="http://schemas.openxmlformats.org/drawingml/2006/main">
            <a:pPr marL="0" lvl="0" indent="0" algn="l">
              <a:lnSpc>
                <a:spcPct val="100000"/>
              </a:lnSpc>
              <a:spcBef>
                <a:spcPts val="0"/>
              </a:spcBef>
              <a:spcAft>
                <a:spcPts val="0"/>
              </a:spcAft>
              <a:buSzPts val="1400"/>
              <a:buNone/>
            </a:pPr>
            <a:r>
              <a:rPr sz="1200"/>
              <a:t>https://incois.gov.in/essdp/ViewMetadata?fileid=05f2bab9-054f-45cf-b77d-1eaf089252ff</a:t>
            </a:r>
            <a:endParaRPr/>
          </a:p>
          <a:p xmlns:a="http://schemas.openxmlformats.org/drawingml/2006/main">
            <a:pPr marL="0" lvl="0" indent="0" algn="l">
              <a:lnSpc>
                <a:spcPct val="100000"/>
              </a:lnSpc>
              <a:spcBef>
                <a:spcPts val="0"/>
              </a:spcBef>
              <a:spcAft>
                <a:spcPts val="0"/>
              </a:spcAft>
              <a:buSzPts val="1400"/>
              <a:buNone/>
            </a:pPr>
            <a:r>
              <a:rPr sz="1200"/>
              <a:t>https://www.earthdata.nasa.gov/data/catalog/ges-disc-gpm-3imerghh-07</a:t>
            </a:r>
            <a:endParaRPr/>
          </a:p>
          <a:p xmlns:a="http://schemas.openxmlformats.org/drawingml/2006/main">
            <a:pPr marL="0" lvl="0" indent="0" algn="l">
              <a:lnSpc>
                <a:spcPct val="100000"/>
              </a:lnSpc>
              <a:spcBef>
                <a:spcPts val="0"/>
              </a:spcBef>
              <a:spcAft>
                <a:spcPts val="0"/>
              </a:spcAft>
              <a:buSzPts val="1400"/>
              <a:buNone/>
            </a:pPr>
            <a:r>
              <a:rPr sz="1200"/>
              <a:t>https://open-meteo.com/en/docs</a:t>
            </a:r>
            <a:endParaRPr/>
          </a:p>
          <a:p xmlns:a="http://schemas.openxmlformats.org/drawingml/2006/main">
            <a:pPr marL="0" lvl="0" indent="0" algn="l">
              <a:lnSpc>
                <a:spcPct val="100000"/>
              </a:lnSpc>
              <a:spcBef>
                <a:spcPts val="0"/>
              </a:spcBef>
              <a:spcAft>
                <a:spcPts val="0"/>
              </a:spcAft>
              <a:buSzPts val="1400"/>
              <a:buNone/>
            </a:pPr>
            <a:r>
              <a:rPr sz="1200"/>
              <a:t>https://mausam.imd.gov.in/imd_latest/contents/pdf/forecasting_sop.pdf</a:t>
            </a:r>
            <a:endParaRPr/>
          </a:p>
          <a:p xmlns:a="http://schemas.openxmlformats.org/drawingml/2006/main">
            <a:pPr marL="0" lvl="0" indent="0" algn="l">
              <a:lnSpc>
                <a:spcPct val="100000"/>
              </a:lnSpc>
              <a:spcBef>
                <a:spcPts val="0"/>
              </a:spcBef>
              <a:spcAft>
                <a:spcPts val="0"/>
              </a:spcAft>
              <a:buSzPts val="1400"/>
              <a:buNone/>
            </a:pPr>
            <a:r>
              <a:rPr sz="1200"/>
              <a:t>https://arxiv.org/abs/1506.04214</a:t>
            </a:r>
            <a:endParaRPr/>
          </a:p>
          <a:p xmlns:a="http://schemas.openxmlformats.org/drawingml/2006/main">
            <a:pPr marL="0" lvl="0" indent="0" algn="l">
              <a:lnSpc>
                <a:spcPct val="100000"/>
              </a:lnSpc>
              <a:spcBef>
                <a:spcPts val="0"/>
              </a:spcBef>
              <a:spcAft>
                <a:spcPts val="0"/>
              </a:spcAft>
              <a:buSzPts val="1400"/>
              <a:buNone/>
            </a:pPr>
            <a:r>
              <a:rPr sz="1200"/>
              <a:t>https://docs.wradlib.org/en/2.0.0/notebooks/basics/wradlib_workflow.html</a:t>
            </a:r>
            <a:endParaRPr/>
          </a:p>
          <a:p xmlns:a="http://schemas.openxmlformats.org/drawingml/2006/main">
            <a:pPr marL="0" lvl="0" indent="0" algn="l">
              <a:lnSpc>
                <a:spcPct val="100000"/>
              </a:lnSpc>
              <a:spcBef>
                <a:spcPts val="0"/>
              </a:spcBef>
              <a:spcAft>
                <a:spcPts val="0"/>
              </a:spcAft>
              <a:buSzPts val="1400"/>
              <a:buNone/>
            </a:pPr>
            <a:r>
              <a:rPr sz="1200"/>
              <a:t>https://journals.ametsoc.org/view/journals/wefo/37/7/WAF-D-22-0019.1.xml</a:t>
            </a:r>
            <a:endParaRPr/>
          </a:p>
          <a:p xmlns:a="http://schemas.openxmlformats.org/drawingml/2006/main">
            <a:pPr marL="0" lvl="0" indent="0" algn="l">
              <a:lnSpc>
                <a:spcPct val="100000"/>
              </a:lnSpc>
              <a:spcBef>
                <a:spcPts val="0"/>
              </a:spcBef>
              <a:spcAft>
                <a:spcPts val="0"/>
              </a:spcAft>
              <a:buSzPts val="1400"/>
              <a:buNone/>
            </a:pPr>
            <a:r>
              <a:rPr sz="1200"/>
              <a:t>https://peerj.com/articles/6257/</a:t>
            </a:r>
            <a:endParaRPr/>
          </a:p>
          <a:p xmlns:a="http://schemas.openxmlformats.org/drawingml/2006/main">
            <a:pPr marL="0" lvl="0" indent="0" algn="l">
              <a:lnSpc>
                <a:spcPct val="100000"/>
              </a:lnSpc>
              <a:spcBef>
                <a:spcPts val="0"/>
              </a:spcBef>
              <a:spcAft>
                <a:spcPts val="0"/>
              </a:spcAft>
              <a:buSzPts val="1400"/>
              <a:buNone/>
            </a:pPr>
            <a:r>
              <a:rPr sz="1200"/>
              <a:t>https://tropmet.res.in/erpas/files/active_break_selection.php</a:t>
            </a:r>
            <a:endParaRPr/>
          </a:p>
          <a:p xmlns:a="http://schemas.openxmlformats.org/drawingml/2006/main">
            <a:pPr marL="0" lvl="0" indent="0" algn="l">
              <a:lnSpc>
                <a:spcPct val="100000"/>
              </a:lnSpc>
              <a:spcBef>
                <a:spcPts val="0"/>
              </a:spcBef>
              <a:spcAft>
                <a:spcPts val="0"/>
              </a:spcAft>
              <a:buSzPts val="1400"/>
              <a:buNone/>
            </a:pPr>
            <a:r>
              <a:rPr sz="1200"/>
              <a:t>https://doi.org/10.1016/j.pce.2025.104182</a:t>
            </a:r>
            <a:endParaRPr/>
          </a:p>
          <a:p xmlns:a="http://schemas.openxmlformats.org/drawingml/2006/main">
            <a:pPr marL="0" lvl="0" indent="0" algn="l">
              <a:lnSpc>
                <a:spcPct val="100000"/>
              </a:lnSpc>
              <a:spcBef>
                <a:spcPts val="0"/>
              </a:spcBef>
              <a:spcAft>
                <a:spcPts val="0"/>
              </a:spcAft>
              <a:buSzPts val="1400"/>
              <a:buNone/>
            </a:pPr>
            <a:r>
              <a:rPr sz="1200"/>
              <a:t>https://github.com/omansharora5/ps_2/blob/main/VALIDATION.md</a:t>
            </a:r>
            <a:endParaRPr/>
          </a:p>
          <a:p xmlns:a="http://schemas.openxmlformats.org/drawingml/2006/main">
            <a:pPr marL="0" lvl="0" indent="0" algn="l">
              <a:lnSpc>
                <a:spcPct val="100000"/>
              </a:lnSpc>
              <a:spcBef>
                <a:spcPts val="0"/>
              </a:spcBef>
              <a:spcAft>
                <a:spcPts val="0"/>
              </a:spcAft>
              <a:buSzPts val="1400"/>
              <a:buNone/>
            </a:pPr>
            <a:r>
              <a:rPr sz="1200"/>
              <a:t>https://github.com/omansharora5/ps_2/blob/main/docs/PUBLIC_VERIFICATION_GUIDE.md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Accuracy plan: split by storm event and time; prevent input-arrival leakage; separate validation, calibration and untouched test events; compare persistence and motion on identical covered cohorts; report POD, false-alarm ratio, CSI, Brier, reliability and uncertainty. Evaluate onset with censoring, misses and no-event outcomes retained. Test outages, warm-top rain and dust separately. Seasonal Z-R and phase-conditioned calibration are research additions with no demonstrated NCR improvement yet. The Delhi study is prior work, not a new discovery by VAJRA. Warm-rain and dust flags are descriptive, not validated classifiers. Numeric NCR radar, aligned INSAT sequences, lightning coverage and suitable observed labels remain dependencies. Public model warnings remain disabled. Feasibility concerns shared compute and a public-service pilot, with no revenue model. Sources: https://www.mosdac.gov.in/look/DOCS/mosdac-data-guidelines_english.pdf; https://mausam.imd.gov.in/imd_latest/contents/pdf/forecasting_sop.pdf; https://tropmet.res.in/erpas/files/active_break_selection.php; https://doi.org/10.1016/j.pce.2025.104182.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Benefits are intended pilot outcomes. We have not measured lives saved, farmer income improvement, latency improvement or carbon savings. Twelve Indian languages plus English and device TTS/SMS composer exist as prototype features; translations need review and this does not prove delivery infrastructure. Chart: recorded historical Meteo-France radar case, 19 December 2018, CSI for echoes at least 20 dBZ. Lead minutes [5,10,15,20]. Motion/translation CSI [0.710716,0.584645,0.555373,0.508291]; persistence CSI [0.637651,0.550681,0.506571,0.488428]. Source: repository VALIDATION.md and recorded historical radar evaluation. One case is not an operational accuracy estimate and is unrelated to lightning skill. Lightning deaths: 2,862 in India in 2020, MHA/NCRB parliamentary answer dated 27 July 2022, annexure https://www.mha.gov.in/MHA1/Par2017/pdfs/par2022-pdfs/RS27072022/1197.pdf.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Sources and limitations:</a:t>
            </a:r>
            <a:endParaRPr/>
          </a:p>
          <a:p xmlns:a="http://schemas.openxmlformats.org/drawingml/2006/main">
            <a:pPr marL="0" lvl="0" indent="0" algn="l">
              <a:lnSpc>
                <a:spcPct val="100000"/>
              </a:lnSpc>
              <a:spcBef>
                <a:spcPts val="0"/>
              </a:spcBef>
              <a:spcAft>
                <a:spcPts val="0"/>
              </a:spcAft>
              <a:buSzPts val="1400"/>
              <a:buNone/>
            </a:pPr>
            <a:r>
              <a:rPr sz="1200"/>
              <a:t>01  Lightning deaths: 2,862 in 2020 (S5)</a:t>
            </a:r>
            <a:endParaRPr/>
          </a:p>
          <a:p xmlns:a="http://schemas.openxmlformats.org/drawingml/2006/main">
            <a:pPr marL="0" lvl="0" indent="0" algn="l">
              <a:lnSpc>
                <a:spcPct val="100000"/>
              </a:lnSpc>
              <a:spcBef>
                <a:spcPts val="0"/>
              </a:spcBef>
              <a:spcAft>
                <a:spcPts val="0"/>
              </a:spcAft>
              <a:buSzPts val="1400"/>
              <a:buNone/>
            </a:pPr>
            <a:r>
              <a:rPr sz="1200"/>
              <a:t>MHA / NCRB, Rajya Sabha (2022) Official historical count for India. Does not estimate lives VAJRA could save.</a:t>
            </a:r>
            <a:endParaRPr/>
          </a:p>
          <a:p xmlns:a="http://schemas.openxmlformats.org/drawingml/2006/main">
            <a:pPr marL="0" lvl="0" indent="0" algn="l">
              <a:lnSpc>
                <a:spcPct val="100000"/>
              </a:lnSpc>
              <a:spcBef>
                <a:spcPts val="0"/>
              </a:spcBef>
              <a:spcAft>
                <a:spcPts val="0"/>
              </a:spcAft>
              <a:buSzPts val="1400"/>
              <a:buNone/>
            </a:pPr>
            <a:r>
              <a:rPr sz="1200"/>
              <a:t>https://www.mha.gov.in/MHA1/Par2017/pdfs/par2022-pdfs/RS27072022/1197.pdf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02  Existing Indian warning service (S2)</a:t>
            </a:r>
            <a:endParaRPr/>
          </a:p>
          <a:p xmlns:a="http://schemas.openxmlformats.org/drawingml/2006/main">
            <a:pPr marL="0" lvl="0" indent="0" algn="l">
              <a:lnSpc>
                <a:spcPct val="100000"/>
              </a:lnSpc>
              <a:spcBef>
                <a:spcPts val="0"/>
              </a:spcBef>
              <a:spcAft>
                <a:spcPts val="0"/>
              </a:spcAft>
              <a:buSzPts val="1400"/>
              <a:buNone/>
            </a:pPr>
            <a:r>
              <a:rPr sz="1200"/>
              <a:t>PIB / MoES, Damini (2022) Damini already provides advance alerts. VAJRA superiority remains unproven.</a:t>
            </a:r>
            <a:endParaRPr/>
          </a:p>
          <a:p xmlns:a="http://schemas.openxmlformats.org/drawingml/2006/main">
            <a:pPr marL="0" lvl="0" indent="0" algn="l">
              <a:lnSpc>
                <a:spcPct val="100000"/>
              </a:lnSpc>
              <a:spcBef>
                <a:spcPts val="0"/>
              </a:spcBef>
              <a:spcAft>
                <a:spcPts val="0"/>
              </a:spcAft>
              <a:buSzPts val="1400"/>
              <a:buNone/>
            </a:pPr>
            <a:r>
              <a:rPr sz="1200"/>
              <a:t>https://www.pib.gov.in/PressReleasePage.aspx?PRID=1813993</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03  Indian observations (S3)</a:t>
            </a:r>
            <a:endParaRPr/>
          </a:p>
          <a:p xmlns:a="http://schemas.openxmlformats.org/drawingml/2006/main">
            <a:pPr marL="0" lvl="0" indent="0" algn="l">
              <a:lnSpc>
                <a:spcPct val="100000"/>
              </a:lnSpc>
              <a:spcBef>
                <a:spcPts val="0"/>
              </a:spcBef>
              <a:spcAft>
                <a:spcPts val="0"/>
              </a:spcAft>
              <a:buSzPts val="1400"/>
              <a:buNone/>
            </a:pPr>
            <a:r>
              <a:rPr sz="1200"/>
              <a:t>IMD, official data and API portal Station, radar and warning information. Numeric NCR radar access still needed.</a:t>
            </a:r>
            <a:endParaRPr/>
          </a:p>
          <a:p xmlns:a="http://schemas.openxmlformats.org/drawingml/2006/main">
            <a:pPr marL="0" lvl="0" indent="0" algn="l">
              <a:lnSpc>
                <a:spcPct val="100000"/>
              </a:lnSpc>
              <a:spcBef>
                <a:spcPts val="0"/>
              </a:spcBef>
              <a:spcAft>
                <a:spcPts val="0"/>
              </a:spcAft>
              <a:buSzPts val="1400"/>
              <a:buNone/>
            </a:pPr>
            <a:r>
              <a:rPr sz="1200"/>
              <a:t>https://mausam.imd.gov.in/</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04  INSAT data and rights (S3)</a:t>
            </a:r>
            <a:endParaRPr/>
          </a:p>
          <a:p xmlns:a="http://schemas.openxmlformats.org/drawingml/2006/main">
            <a:pPr marL="0" lvl="0" indent="0" algn="l">
              <a:lnSpc>
                <a:spcPct val="100000"/>
              </a:lnSpc>
              <a:spcBef>
                <a:spcPts val="0"/>
              </a:spcBef>
              <a:spcAft>
                <a:spcPts val="0"/>
              </a:spcAft>
              <a:buSzPts val="1400"/>
              <a:buNone/>
            </a:pPr>
            <a:r>
              <a:rPr sz="1200"/>
              <a:t>ISRO MOSDAC data guidelines Satellite observations and permitted use. Confirm redistribution before any release.</a:t>
            </a:r>
            <a:endParaRPr/>
          </a:p>
          <a:p xmlns:a="http://schemas.openxmlformats.org/drawingml/2006/main">
            <a:pPr marL="0" lvl="0" indent="0" algn="l">
              <a:lnSpc>
                <a:spcPct val="100000"/>
              </a:lnSpc>
              <a:spcBef>
                <a:spcPts val="0"/>
              </a:spcBef>
              <a:spcAft>
                <a:spcPts val="0"/>
              </a:spcAft>
              <a:buSzPts val="1400"/>
              <a:buNone/>
            </a:pPr>
            <a:r>
              <a:rPr sz="1200"/>
              <a:t>https://www.mosdac.gov.in/look/DOCS/mosdac-data-guidelines_english.pdf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05  Indian lightning labels (S3)</a:t>
            </a:r>
            <a:endParaRPr/>
          </a:p>
          <a:p xmlns:a="http://schemas.openxmlformats.org/drawingml/2006/main">
            <a:pPr marL="0" lvl="0" indent="0" algn="l">
              <a:lnSpc>
                <a:spcPct val="100000"/>
              </a:lnSpc>
              <a:spcBef>
                <a:spcPts val="0"/>
              </a:spcBef>
              <a:spcAft>
                <a:spcPts val="0"/>
              </a:spcAft>
              <a:buSzPts val="1400"/>
              <a:buNone/>
            </a:pPr>
            <a:r>
              <a:rPr sz="1200"/>
              <a:t>INCOIS catalogue, IITM network 2019 stroke location, time and attributes. Metadata is not a matched training corpus. Network coverage is required for negatives.</a:t>
            </a:r>
            <a:endParaRPr/>
          </a:p>
          <a:p xmlns:a="http://schemas.openxmlformats.org/drawingml/2006/main">
            <a:pPr marL="0" lvl="0" indent="0" algn="l">
              <a:lnSpc>
                <a:spcPct val="100000"/>
              </a:lnSpc>
              <a:spcBef>
                <a:spcPts val="0"/>
              </a:spcBef>
              <a:spcAft>
                <a:spcPts val="0"/>
              </a:spcAft>
              <a:buSzPts val="1400"/>
              <a:buNone/>
            </a:pPr>
            <a:r>
              <a:rPr sz="1200"/>
              <a:t>https://incois.gov.in/essdp/ViewMetadata?fileid=05f2bab9-054f-45cf-b77d-1eaf089252ff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06  Supplemental rain labels (S3)</a:t>
            </a:r>
            <a:endParaRPr/>
          </a:p>
          <a:p xmlns:a="http://schemas.openxmlformats.org/drawingml/2006/main">
            <a:pPr marL="0" lvl="0" indent="0" algn="l">
              <a:lnSpc>
                <a:spcPct val="100000"/>
              </a:lnSpc>
              <a:spcBef>
                <a:spcPts val="0"/>
              </a:spcBef>
              <a:spcAft>
                <a:spcPts val="0"/>
              </a:spcAft>
              <a:buSzPts val="1400"/>
              <a:buNone/>
            </a:pPr>
            <a:r>
              <a:rPr sz="1200"/>
              <a:t>NASA GPM IMERG V07 Half-hourly rain estimates at 0.1 degree. Check latency and quality before use. Not independent street-scale gauge truth.</a:t>
            </a:r>
            <a:endParaRPr/>
          </a:p>
          <a:p xmlns:a="http://schemas.openxmlformats.org/drawingml/2006/main">
            <a:pPr marL="0" lvl="0" indent="0" algn="l">
              <a:lnSpc>
                <a:spcPct val="100000"/>
              </a:lnSpc>
              <a:spcBef>
                <a:spcPts val="0"/>
              </a:spcBef>
              <a:spcAft>
                <a:spcPts val="0"/>
              </a:spcAft>
              <a:buSzPts val="1400"/>
              <a:buNone/>
            </a:pPr>
            <a:r>
              <a:rPr sz="1200"/>
              <a:t>https://www.earthdata.nasa.gov/data/catalog/ges-disc-gpm-3imerghh-07</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07  Environmental model inputs (S3)</a:t>
            </a:r>
            <a:endParaRPr/>
          </a:p>
          <a:p xmlns:a="http://schemas.openxmlformats.org/drawingml/2006/main">
            <a:pPr marL="0" lvl="0" indent="0" algn="l">
              <a:lnSpc>
                <a:spcPct val="100000"/>
              </a:lnSpc>
              <a:spcBef>
                <a:spcPts val="0"/>
              </a:spcBef>
              <a:spcAft>
                <a:spcPts val="0"/>
              </a:spcAft>
              <a:buSzPts val="1400"/>
              <a:buNone/>
            </a:pPr>
            <a:r>
              <a:rPr sz="1200"/>
              <a:t>Open-Meteo forecast API CAPE, humidity, wind and model rain. Forecast context, not observed rain truth.</a:t>
            </a:r>
            <a:endParaRPr/>
          </a:p>
          <a:p xmlns:a="http://schemas.openxmlformats.org/drawingml/2006/main">
            <a:pPr marL="0" lvl="0" indent="0" algn="l">
              <a:lnSpc>
                <a:spcPct val="100000"/>
              </a:lnSpc>
              <a:spcBef>
                <a:spcPts val="0"/>
              </a:spcBef>
              <a:spcAft>
                <a:spcPts val="0"/>
              </a:spcAft>
              <a:buSzPts val="1400"/>
              <a:buNone/>
            </a:pPr>
            <a:r>
              <a:rPr sz="1200"/>
              <a:t>https://open-meteo.com/en/docs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08  Operational forecast context (S4)</a:t>
            </a:r>
            <a:endParaRPr/>
          </a:p>
          <a:p xmlns:a="http://schemas.openxmlformats.org/drawingml/2006/main">
            <a:pPr marL="0" lvl="0" indent="0" algn="l">
              <a:lnSpc>
                <a:spcPct val="100000"/>
              </a:lnSpc>
              <a:spcBef>
                <a:spcPts val="0"/>
              </a:spcBef>
              <a:spcAft>
                <a:spcPts val="0"/>
              </a:spcAft>
              <a:buSzPts val="1400"/>
              <a:buNone/>
            </a:pPr>
            <a:r>
              <a:rPr sz="1200"/>
              <a:t>IMD forecasting SOP Warning practice and forecast definitions. Compare only matched windows and areas.</a:t>
            </a:r>
            <a:endParaRPr/>
          </a:p>
          <a:p xmlns:a="http://schemas.openxmlformats.org/drawingml/2006/main">
            <a:pPr marL="0" lvl="0" indent="0" algn="l">
              <a:lnSpc>
                <a:spcPct val="100000"/>
              </a:lnSpc>
              <a:spcBef>
                <a:spcPts val="0"/>
              </a:spcBef>
              <a:spcAft>
                <a:spcPts val="0"/>
              </a:spcAft>
              <a:buSzPts val="1400"/>
              <a:buNone/>
            </a:pPr>
            <a:r>
              <a:rPr sz="1200"/>
              <a:t>https://mausam.imd.gov.in/imd_latest/contents/pdf/forecasting_sop.pdf</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09  Temporal image model (S3)</a:t>
            </a:r>
            <a:endParaRPr/>
          </a:p>
          <a:p xmlns:a="http://schemas.openxmlformats.org/drawingml/2006/main">
            <a:pPr marL="0" lvl="0" indent="0" algn="l">
              <a:lnSpc>
                <a:spcPct val="100000"/>
              </a:lnSpc>
              <a:spcBef>
                <a:spcPts val="0"/>
              </a:spcBef>
              <a:spcAft>
                <a:spcPts val="0"/>
              </a:spcAft>
              <a:buSzPts val="1400"/>
              <a:buNone/>
            </a:pPr>
            <a:r>
              <a:rPr sz="1200"/>
              <a:t>Shi et al., ConvLSTM (2015) Convolutional recurrence for nowcasting. Architecture reference, not NCR evidence.</a:t>
            </a:r>
            <a:endParaRPr/>
          </a:p>
          <a:p xmlns:a="http://schemas.openxmlformats.org/drawingml/2006/main">
            <a:pPr marL="0" lvl="0" indent="0" algn="l">
              <a:lnSpc>
                <a:spcPct val="100000"/>
              </a:lnSpc>
              <a:spcBef>
                <a:spcPts val="0"/>
              </a:spcBef>
              <a:spcAft>
                <a:spcPts val="0"/>
              </a:spcAft>
              <a:buSzPts val="1400"/>
              <a:buNone/>
            </a:pPr>
            <a:r>
              <a:rPr sz="1200"/>
              <a:t>https://arxiv.org/abs/1506.04214</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10  Radar quality control (S3)</a:t>
            </a:r>
            <a:endParaRPr/>
          </a:p>
          <a:p xmlns:a="http://schemas.openxmlformats.org/drawingml/2006/main">
            <a:pPr marL="0" lvl="0" indent="0" algn="l">
              <a:lnSpc>
                <a:spcPct val="100000"/>
              </a:lnSpc>
              <a:spcBef>
                <a:spcPts val="0"/>
              </a:spcBef>
              <a:spcAft>
                <a:spcPts val="0"/>
              </a:spcAft>
              <a:buSzPts val="1400"/>
              <a:buNone/>
            </a:pPr>
            <a:r>
              <a:rPr sz="1200"/>
              <a:t>wradlib radar workflow Georeferencing and measurement checks. Use physical values and quality masks. Rendered tiles cannot replace calibrated dBZ.</a:t>
            </a:r>
            <a:endParaRPr/>
          </a:p>
          <a:p xmlns:a="http://schemas.openxmlformats.org/drawingml/2006/main">
            <a:pPr marL="0" lvl="0" indent="0" algn="l">
              <a:lnSpc>
                <a:spcPct val="100000"/>
              </a:lnSpc>
              <a:spcBef>
                <a:spcPts val="0"/>
              </a:spcBef>
              <a:spcAft>
                <a:spcPts val="0"/>
              </a:spcAft>
              <a:buSzPts val="1400"/>
              <a:buNone/>
            </a:pPr>
            <a:r>
              <a:rPr sz="1200"/>
              <a:t>https://docs.wradlib.org/en/2.0.0/notebooks/basics/wradlib_workflow.html</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11  Lightning before first strike (S3)</a:t>
            </a:r>
            <a:endParaRPr/>
          </a:p>
          <a:p xmlns:a="http://schemas.openxmlformats.org/drawingml/2006/main">
            <a:pPr marL="0" lvl="0" indent="0" algn="l">
              <a:lnSpc>
                <a:spcPct val="100000"/>
              </a:lnSpc>
              <a:spcBef>
                <a:spcPts val="0"/>
              </a:spcBef>
              <a:spcAft>
                <a:spcPts val="0"/>
              </a:spcAft>
              <a:buSzPts val="1400"/>
              <a:buNone/>
            </a:pPr>
            <a:r>
              <a:rPr sz="1200"/>
              <a:t>ProbSevere LightningCast (2022) Satellite-based probabilistic forecasting. Transfer to INSAT requires local evaluation.</a:t>
            </a:r>
            <a:endParaRPr/>
          </a:p>
          <a:p xmlns:a="http://schemas.openxmlformats.org/drawingml/2006/main">
            <a:pPr marL="0" lvl="0" indent="0" algn="l">
              <a:lnSpc>
                <a:spcPct val="100000"/>
              </a:lnSpc>
              <a:spcBef>
                <a:spcPts val="0"/>
              </a:spcBef>
              <a:spcAft>
                <a:spcPts val="0"/>
              </a:spcAft>
              <a:buSzPts val="1400"/>
              <a:buNone/>
            </a:pPr>
            <a:r>
              <a:rPr sz="1200"/>
              <a:t>https://journals.ametsoc.org/view/journals/wefo/37/7/WAF-D-22-0019.1.xml</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12  Time-to-event method (S3)</a:t>
            </a:r>
            <a:endParaRPr/>
          </a:p>
          <a:p xmlns:a="http://schemas.openxmlformats.org/drawingml/2006/main">
            <a:pPr marL="0" lvl="0" indent="0" algn="l">
              <a:lnSpc>
                <a:spcPct val="100000"/>
              </a:lnSpc>
              <a:spcBef>
                <a:spcPts val="0"/>
              </a:spcBef>
              <a:spcAft>
                <a:spcPts val="0"/>
              </a:spcAft>
              <a:buSzPts val="1400"/>
              <a:buNone/>
            </a:pPr>
            <a:r>
              <a:rPr sz="1200"/>
              <a:t>Gensheimer &amp; Narasimhan (2019) Discrete-time survival neural network. Keep censoring and no-event outcomes.</a:t>
            </a:r>
            <a:endParaRPr/>
          </a:p>
          <a:p xmlns:a="http://schemas.openxmlformats.org/drawingml/2006/main">
            <a:pPr marL="0" lvl="0" indent="0" algn="l">
              <a:lnSpc>
                <a:spcPct val="100000"/>
              </a:lnSpc>
              <a:spcBef>
                <a:spcPts val="0"/>
              </a:spcBef>
              <a:spcAft>
                <a:spcPts val="0"/>
              </a:spcAft>
              <a:buSzPts val="1400"/>
              <a:buNone/>
            </a:pPr>
            <a:r>
              <a:rPr sz="1200"/>
              <a:t>https://peerj.com/articles/6257/</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13  Active / break monsoon phase (S4)</a:t>
            </a:r>
            <a:endParaRPr/>
          </a:p>
          <a:p xmlns:a="http://schemas.openxmlformats.org/drawingml/2006/main">
            <a:pPr marL="0" lvl="0" indent="0" algn="l">
              <a:lnSpc>
                <a:spcPct val="100000"/>
              </a:lnSpc>
              <a:spcBef>
                <a:spcPts val="0"/>
              </a:spcBef>
              <a:spcAft>
                <a:spcPts val="0"/>
              </a:spcAft>
              <a:buSzPts val="1400"/>
              <a:buNone/>
            </a:pPr>
            <a:r>
              <a:rPr sz="1200"/>
              <a:t>IITM, active-break selection Phase-aware calibration is a hypothesis. Use only phase information known at issue. Sparse phase data need a pooled fallback.</a:t>
            </a:r>
            <a:endParaRPr/>
          </a:p>
          <a:p xmlns:a="http://schemas.openxmlformats.org/drawingml/2006/main">
            <a:pPr marL="0" lvl="0" indent="0" algn="l">
              <a:lnSpc>
                <a:spcPct val="100000"/>
              </a:lnSpc>
              <a:spcBef>
                <a:spcPts val="0"/>
              </a:spcBef>
              <a:spcAft>
                <a:spcPts val="0"/>
              </a:spcAft>
              <a:buSzPts val="1400"/>
              <a:buNone/>
            </a:pPr>
            <a:r>
              <a:rPr sz="1200"/>
              <a:t>https://tropmet.res.in/erpas/files/active_break_selection.php</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14  Seasonal Z-R in Delhi (S4)</a:t>
            </a:r>
            <a:endParaRPr/>
          </a:p>
          <a:p xmlns:a="http://schemas.openxmlformats.org/drawingml/2006/main">
            <a:pPr marL="0" lvl="0" indent="0" algn="l">
              <a:lnSpc>
                <a:spcPct val="100000"/>
              </a:lnSpc>
              <a:spcBef>
                <a:spcPts val="0"/>
              </a:spcBef>
              <a:spcAft>
                <a:spcPts val="0"/>
              </a:spcAft>
              <a:buSzPts val="1400"/>
              <a:buNone/>
            </a:pPr>
            <a:r>
              <a:rPr sz="1200"/>
              <a:t>Delhi radar study (2025) Local Z-R calibration has prior research. Fit on training gauges and test separately. No claim of an unpublished first for Delhi.</a:t>
            </a:r>
            <a:endParaRPr/>
          </a:p>
          <a:p xmlns:a="http://schemas.openxmlformats.org/drawingml/2006/main">
            <a:pPr marL="0" lvl="0" indent="0" algn="l">
              <a:lnSpc>
                <a:spcPct val="100000"/>
              </a:lnSpc>
              <a:spcBef>
                <a:spcPts val="0"/>
              </a:spcBef>
              <a:spcAft>
                <a:spcPts val="0"/>
              </a:spcAft>
              <a:buSzPts val="1400"/>
              <a:buNone/>
            </a:pPr>
            <a:r>
              <a:rPr sz="1200"/>
              <a:t>https://doi.org/10.1016/j.pce.2025.104182</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15  Reproducible project measurements (S5-6)</a:t>
            </a:r>
            <a:endParaRPr/>
          </a:p>
          <a:p xmlns:a="http://schemas.openxmlformats.org/drawingml/2006/main">
            <a:pPr marL="0" lvl="0" indent="0" algn="l">
              <a:lnSpc>
                <a:spcPct val="100000"/>
              </a:lnSpc>
              <a:spcBef>
                <a:spcPts val="0"/>
              </a:spcBef>
              <a:spcAft>
                <a:spcPts val="0"/>
              </a:spcAft>
              <a:buSzPts val="1400"/>
              <a:buNone/>
            </a:pPr>
            <a:r>
              <a:rPr sz="1200"/>
              <a:t>VAJRA repository, VALIDATION.md French radar case and synthetic smoke only.</a:t>
            </a:r>
            <a:endParaRPr/>
          </a:p>
          <a:p xmlns:a="http://schemas.openxmlformats.org/drawingml/2006/main">
            <a:pPr marL="0" lvl="0" indent="0" algn="l">
              <a:lnSpc>
                <a:spcPct val="100000"/>
              </a:lnSpc>
              <a:spcBef>
                <a:spcPts val="0"/>
              </a:spcBef>
              <a:spcAft>
                <a:spcPts val="0"/>
              </a:spcAft>
              <a:buSzPts val="1400"/>
              <a:buNone/>
            </a:pPr>
            <a:r>
              <a:rPr sz="1200"/>
              <a:t>https://github.com/omansharora5/ps_2/blob/main/VALIDATION.md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16  Verification and weak labels (S3-6)</a:t>
            </a:r>
            <a:endParaRPr/>
          </a:p>
          <a:p xmlns:a="http://schemas.openxmlformats.org/drawingml/2006/main">
            <a:pPr marL="0" lvl="0" indent="0" algn="l">
              <a:lnSpc>
                <a:spcPct val="100000"/>
              </a:lnSpc>
              <a:spcBef>
                <a:spcPts val="0"/>
              </a:spcBef>
              <a:spcAft>
                <a:spcPts val="0"/>
              </a:spcAft>
              <a:buSzPts val="1400"/>
              <a:buNone/>
            </a:pPr>
            <a:r>
              <a:rPr sz="1200"/>
              <a:t>VAJRA public verification guide Equal cohorts, calibration and reviewed reports. No majority-to-truth or automatic promotion.</a:t>
            </a:r>
            <a:endParaRPr/>
          </a:p>
          <a:p xmlns:a="http://schemas.openxmlformats.org/drawingml/2006/main">
            <a:pPr marL="0" lvl="0" indent="0" algn="l">
              <a:lnSpc>
                <a:spcPct val="100000"/>
              </a:lnSpc>
              <a:spcBef>
                <a:spcPts val="0"/>
              </a:spcBef>
              <a:spcAft>
                <a:spcPts val="0"/>
              </a:spcAft>
              <a:buSzPts val="1400"/>
              <a:buNone/>
            </a:pPr>
            <a:r>
              <a:rPr sz="1200"/>
              <a:t>https://github.com/omansharora5/ps_2/blob/main/docs/PUBLIC_VERIFICATION_GUIDE.md</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Synthetic smoke: artifacts/regional-research/d95852635db7d3a663ea160588729f78a59c61607c0e300d5d377777bee46cbc/report.json. 20 training steps, 2 synthetic test events. Calibrated lightning Brier 0.23609189291330068; climatology Brier 0.2158203125; Brier skill -0.09392804680189992. Lower Brier is better; this model loses to the baseline. These are computation checks and do not validate lightning forecasts. The NCR status table distinguishes missing matched observations and unmeasured field skill. No operational IMD comparison has been established.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ba4a6f03e44d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9d7e7a40dc45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dede99b90f4c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4a256f258843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53f22e6ae848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19e33063f04e6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a9f01f44e60498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4ff563708a9484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3b304d46dc4488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74131595aba458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3961763d06043b6" /></Relationships>
</file>

<file path=ppt/slideLayouts/slideLayout1.xml><?xml version="1.0" encoding="utf-8"?>
<p:sldLayout xmlns:p="http://schemas.openxmlformats.org/presentationml/2006/main" matchingName="TITLE" type="title">
  <p:cSld name="TITLE">
    <p:spTree>
      <p:nvGrpSpPr>
        <p:cNvPr id="1" name=""/>
        <p:cNvGrpSpPr/>
        <p:nvPr/>
      </p:nvGrpSpPr>
      <p:grpSpPr>
        <a:xfrm xmlns:a="http://schemas.openxmlformats.org/drawingml/2006/main"/>
      </p:grpSpPr>
      <p:sp>
        <p:nvSpPr>
          <p:cNvPr id="10" name="Google Shape;10;p10">
            <a:extLst xmlns:a="http://schemas.openxmlformats.org/drawingml/2006/main">
              <a:ext uri="{FF2B5EF4-FFF2-40B4-BE49-F238E27FC236}">
                <a16:creationId xmlns:a16="http://schemas.microsoft.com/office/drawing/2014/main" id="{E46FB4B0-3519-47BB-B453-682AD418D768}"/>
              </a:ext>
            </a:extLst>
          </p:cNvPr>
          <p:cNvSpPr>
            <a:spLocks xmlns:a="http://schemas.openxmlformats.org/drawingml/2006/main" noGrp="1"/>
          </p:cNvSpPr>
          <p:nvPr>
            <p:ph type="title" idx="0"/>
          </p:nvPr>
        </p:nvSpPr>
        <p:spPr>
          <a:xfrm xmlns:a="http://schemas.openxmlformats.org/drawingml/2006/main">
            <a:off x="914400" y="2130426"/>
            <a:ext cx="10363200" cy="147002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11" name="Google Shape;11;p10">
            <a:extLst xmlns:a="http://schemas.openxmlformats.org/drawingml/2006/main">
              <a:ext uri="{FF2B5EF4-FFF2-40B4-BE49-F238E27FC236}">
                <a16:creationId xmlns:a16="http://schemas.microsoft.com/office/drawing/2014/main" id="{289F25AA-A72F-4EF9-B2B9-DE2A5C387175}"/>
              </a:ext>
            </a:extLst>
          </p:cNvPr>
          <p:cNvSpPr>
            <a:spLocks xmlns:a="http://schemas.openxmlformats.org/drawingml/2006/main" noGrp="1"/>
          </p:cNvSpPr>
          <p:nvPr>
            <p:ph type="body" idx="1"/>
          </p:nvPr>
        </p:nvSpPr>
        <p:spPr>
          <a:xfrm xmlns:a="http://schemas.openxmlformats.org/drawingml/2006/main">
            <a:off x="1828800" y="3886200"/>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ctr">
              <a:lnSpc>
                <a:spcPct val="100000"/>
              </a:lnSpc>
              <a:spcBef>
                <a:spcPts val="600"/>
              </a:spcBef>
              <a:spcAft>
                <a:spcPts val="0"/>
              </a:spcAft>
              <a:buClr>
                <a:srgbClr val="888888"/>
              </a:buClr>
              <a:buSzPts val="3200"/>
              <a:buFont typeface="Oswald"/>
              <a:buNone/>
              <a:defRPr>
                <a:solidFill>
                  <a:srgbClr val="888888"/>
                </a:solidFill>
              </a:defRPr>
            </a:lvl1pPr>
            <a:lvl2pPr marL="914400" indent="-228600" algn="ctr">
              <a:lnSpc>
                <a:spcPct val="100000"/>
              </a:lnSpc>
              <a:spcBef>
                <a:spcPts val="600"/>
              </a:spcBef>
              <a:spcAft>
                <a:spcPts val="0"/>
              </a:spcAft>
              <a:buClr>
                <a:srgbClr val="888888"/>
              </a:buClr>
              <a:buSzPts val="3200"/>
              <a:buFont typeface="Oswald"/>
              <a:buNone/>
              <a:defRPr>
                <a:solidFill>
                  <a:srgbClr val="888888"/>
                </a:solidFill>
              </a:defRPr>
            </a:lvl2pPr>
            <a:lvl3pPr marL="1371600" indent="-228600" algn="ctr">
              <a:lnSpc>
                <a:spcPct val="100000"/>
              </a:lnSpc>
              <a:spcBef>
                <a:spcPts val="600"/>
              </a:spcBef>
              <a:spcAft>
                <a:spcPts val="0"/>
              </a:spcAft>
              <a:buClr>
                <a:srgbClr val="888888"/>
              </a:buClr>
              <a:buSzPts val="3200"/>
              <a:buFont typeface="Oswald"/>
              <a:buNone/>
              <a:defRPr>
                <a:solidFill>
                  <a:srgbClr val="888888"/>
                </a:solidFill>
              </a:defRPr>
            </a:lvl3pPr>
            <a:lvl4pPr marL="1828800" indent="-228600" algn="ctr">
              <a:lnSpc>
                <a:spcPct val="100000"/>
              </a:lnSpc>
              <a:spcBef>
                <a:spcPts val="600"/>
              </a:spcBef>
              <a:spcAft>
                <a:spcPts val="0"/>
              </a:spcAft>
              <a:buClr>
                <a:srgbClr val="888888"/>
              </a:buClr>
              <a:buSzPts val="3200"/>
              <a:buFont typeface="Oswald"/>
              <a:buNone/>
              <a:defRPr>
                <a:solidFill>
                  <a:srgbClr val="888888"/>
                </a:solidFill>
              </a:defRPr>
            </a:lvl4pPr>
            <a:lvl5pPr marL="2286000" indent="-228600" algn="ctr">
              <a:lnSpc>
                <a:spcPct val="100000"/>
              </a:lnSpc>
              <a:spcBef>
                <a:spcPts val="600"/>
              </a:spcBef>
              <a:spcAft>
                <a:spcPts val="0"/>
              </a:spcAft>
              <a:buClr>
                <a:srgbClr val="888888"/>
              </a:buClr>
              <a:buSzPts val="3200"/>
              <a:buFont typeface="Oswald"/>
              <a:buNone/>
              <a:defRPr>
                <a:solidFill>
                  <a:srgbClr val="888888"/>
                </a:solidFill>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12" name="Google Shape;12;p10">
            <a:extLst xmlns:a="http://schemas.openxmlformats.org/drawingml/2006/main">
              <a:ext uri="{FF2B5EF4-FFF2-40B4-BE49-F238E27FC236}">
                <a16:creationId xmlns:a16="http://schemas.microsoft.com/office/drawing/2014/main" id="{B5FE24C9-D388-4189-89A9-E4101465CA2A}"/>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OBJECT">
  <p:cSld name="TITLE_AND_BODY">
    <p:spTree>
      <p:nvGrpSpPr>
        <p:cNvPr id="1" name=""/>
        <p:cNvGrpSpPr/>
        <p:nvPr/>
      </p:nvGrpSpPr>
      <p:grpSpPr>
        <a:xfrm xmlns:a="http://schemas.openxmlformats.org/drawingml/2006/main"/>
      </p:grpSpPr>
      <p:sp>
        <p:nvSpPr>
          <p:cNvPr id="14" name="Google Shape;14;p11">
            <a:extLst xmlns:a="http://schemas.openxmlformats.org/drawingml/2006/main">
              <a:ext uri="{FF2B5EF4-FFF2-40B4-BE49-F238E27FC236}">
                <a16:creationId xmlns:a16="http://schemas.microsoft.com/office/drawing/2014/main" id="{78DD64DE-27CB-4D13-A3A0-0F0E41D831A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15" name="Google Shape;15;p11">
            <a:extLst xmlns:a="http://schemas.openxmlformats.org/drawingml/2006/main">
              <a:ext uri="{FF2B5EF4-FFF2-40B4-BE49-F238E27FC236}">
                <a16:creationId xmlns:a16="http://schemas.microsoft.com/office/drawing/2014/main" id="{BB012BAF-6CAC-4468-A7D4-CB6E4424741E}"/>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16" name="Google Shape;16;p11">
            <a:extLst xmlns:a="http://schemas.openxmlformats.org/drawingml/2006/main">
              <a:ext uri="{FF2B5EF4-FFF2-40B4-BE49-F238E27FC236}">
                <a16:creationId xmlns:a16="http://schemas.microsoft.com/office/drawing/2014/main" id="{4FE6C54C-7D71-4D8D-B5B0-D037F563B528}"/>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_HEADER" type="secHead">
  <p:cSld name="SECTION_HEADER">
    <p:spTree>
      <p:nvGrpSpPr>
        <p:cNvPr id="1" name=""/>
        <p:cNvGrpSpPr/>
        <p:nvPr/>
      </p:nvGrpSpPr>
      <p:grpSpPr>
        <a:xfrm xmlns:a="http://schemas.openxmlformats.org/drawingml/2006/main"/>
      </p:grpSpPr>
      <p:sp>
        <p:nvSpPr>
          <p:cNvPr id="18" name="Google Shape;18;p12">
            <a:extLst xmlns:a="http://schemas.openxmlformats.org/drawingml/2006/main">
              <a:ext uri="{FF2B5EF4-FFF2-40B4-BE49-F238E27FC236}">
                <a16:creationId xmlns:a16="http://schemas.microsoft.com/office/drawing/2014/main" id="{5AD071B3-DA40-49A3-A99F-41E0CDA783F5}"/>
              </a:ext>
            </a:extLst>
          </p:cNvPr>
          <p:cNvSpPr>
            <a:spLocks xmlns:a="http://schemas.openxmlformats.org/drawingml/2006/main" noGrp="1"/>
          </p:cNvSpPr>
          <p:nvPr>
            <p:ph type="title" idx="0"/>
          </p:nvPr>
        </p:nvSpPr>
        <p:spPr>
          <a:xfrm xmlns:a="http://schemas.openxmlformats.org/drawingml/2006/main">
            <a:off x="963084" y="4406903"/>
            <a:ext cx="10363201" cy="13620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algn="l">
              <a:lnSpc>
                <a:spcPct val="100000"/>
              </a:lnSpc>
              <a:spcBef>
                <a:spcPts val="0"/>
              </a:spcBef>
              <a:spcAft>
                <a:spcPts val="0"/>
              </a:spcAft>
              <a:buClr>
                <a:srgbClr val="000000"/>
              </a:buClr>
              <a:buSzPts val="4000"/>
              <a:buFont typeface="Oswald"/>
              <a:buNone/>
              <a:defRPr sz="4000" b="1"/>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19" name="Google Shape;19;p12">
            <a:extLst xmlns:a="http://schemas.openxmlformats.org/drawingml/2006/main">
              <a:ext uri="{FF2B5EF4-FFF2-40B4-BE49-F238E27FC236}">
                <a16:creationId xmlns:a16="http://schemas.microsoft.com/office/drawing/2014/main" id="{EB776A40-8597-42BD-B40F-11138E4E37FD}"/>
              </a:ext>
            </a:extLst>
          </p:cNvPr>
          <p:cNvSpPr>
            <a:spLocks xmlns:a="http://schemas.openxmlformats.org/drawingml/2006/main" noGrp="1"/>
          </p:cNvSpPr>
          <p:nvPr>
            <p:ph type="body" idx="1"/>
          </p:nvPr>
        </p:nvSpPr>
        <p:spPr>
          <a:xfrm xmlns:a="http://schemas.openxmlformats.org/drawingml/2006/main">
            <a:off x="963084" y="2906713"/>
            <a:ext cx="10363201" cy="15001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marL="457200" indent="-228600" algn="l">
              <a:lnSpc>
                <a:spcPct val="100000"/>
              </a:lnSpc>
              <a:spcBef>
                <a:spcPts val="400"/>
              </a:spcBef>
              <a:spcAft>
                <a:spcPts val="0"/>
              </a:spcAft>
              <a:buClr>
                <a:srgbClr val="888888"/>
              </a:buClr>
              <a:buSzPts val="2000"/>
              <a:buFont typeface="Oswald"/>
              <a:buNone/>
              <a:defRPr sz="2000">
                <a:solidFill>
                  <a:srgbClr val="888888"/>
                </a:solidFill>
              </a:defRPr>
            </a:lvl1pPr>
            <a:lvl2pPr marL="914400" indent="-228600" algn="l">
              <a:lnSpc>
                <a:spcPct val="100000"/>
              </a:lnSpc>
              <a:spcBef>
                <a:spcPts val="400"/>
              </a:spcBef>
              <a:spcAft>
                <a:spcPts val="0"/>
              </a:spcAft>
              <a:buClr>
                <a:srgbClr val="888888"/>
              </a:buClr>
              <a:buSzPts val="2000"/>
              <a:buFont typeface="Oswald"/>
              <a:buNone/>
              <a:defRPr sz="2000">
                <a:solidFill>
                  <a:srgbClr val="888888"/>
                </a:solidFill>
              </a:defRPr>
            </a:lvl2pPr>
            <a:lvl3pPr marL="1371600" indent="-228600" algn="l">
              <a:lnSpc>
                <a:spcPct val="100000"/>
              </a:lnSpc>
              <a:spcBef>
                <a:spcPts val="400"/>
              </a:spcBef>
              <a:spcAft>
                <a:spcPts val="0"/>
              </a:spcAft>
              <a:buClr>
                <a:srgbClr val="888888"/>
              </a:buClr>
              <a:buSzPts val="2000"/>
              <a:buFont typeface="Oswald"/>
              <a:buNone/>
              <a:defRPr sz="2000">
                <a:solidFill>
                  <a:srgbClr val="888888"/>
                </a:solidFill>
              </a:defRPr>
            </a:lvl3pPr>
            <a:lvl4pPr marL="1828800" indent="-228600" algn="l">
              <a:lnSpc>
                <a:spcPct val="100000"/>
              </a:lnSpc>
              <a:spcBef>
                <a:spcPts val="400"/>
              </a:spcBef>
              <a:spcAft>
                <a:spcPts val="0"/>
              </a:spcAft>
              <a:buClr>
                <a:srgbClr val="888888"/>
              </a:buClr>
              <a:buSzPts val="2000"/>
              <a:buFont typeface="Oswald"/>
              <a:buNone/>
              <a:defRPr sz="2000">
                <a:solidFill>
                  <a:srgbClr val="888888"/>
                </a:solidFill>
              </a:defRPr>
            </a:lvl4pPr>
            <a:lvl5pPr marL="2286000" indent="-228600" algn="l">
              <a:lnSpc>
                <a:spcPct val="100000"/>
              </a:lnSpc>
              <a:spcBef>
                <a:spcPts val="400"/>
              </a:spcBef>
              <a:spcAft>
                <a:spcPts val="0"/>
              </a:spcAft>
              <a:buClr>
                <a:srgbClr val="888888"/>
              </a:buClr>
              <a:buSzPts val="2000"/>
              <a:buFont typeface="Oswald"/>
              <a:buNone/>
              <a:defRPr sz="2000">
                <a:solidFill>
                  <a:srgbClr val="888888"/>
                </a:solidFill>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0" name="Google Shape;20;p12">
            <a:extLst xmlns:a="http://schemas.openxmlformats.org/drawingml/2006/main">
              <a:ext uri="{FF2B5EF4-FFF2-40B4-BE49-F238E27FC236}">
                <a16:creationId xmlns:a16="http://schemas.microsoft.com/office/drawing/2014/main" id="{07705C45-E86E-4D71-82C4-A23F3BFF5D98}"/>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_OBJECTS" type="twoObj">
  <p:cSld name="TWO_OBJECTS">
    <p:spTree>
      <p:nvGrpSpPr>
        <p:cNvPr id="1" name=""/>
        <p:cNvGrpSpPr/>
        <p:nvPr/>
      </p:nvGrpSpPr>
      <p:grpSpPr>
        <a:xfrm xmlns:a="http://schemas.openxmlformats.org/drawingml/2006/main"/>
      </p:grpSpPr>
      <p:sp>
        <p:nvSpPr>
          <p:cNvPr id="22" name="Google Shape;22;p13">
            <a:extLst xmlns:a="http://schemas.openxmlformats.org/drawingml/2006/main">
              <a:ext uri="{FF2B5EF4-FFF2-40B4-BE49-F238E27FC236}">
                <a16:creationId xmlns:a16="http://schemas.microsoft.com/office/drawing/2014/main" id="{5C877806-AC4F-4656-817E-22FCD470692D}"/>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23" name="Google Shape;23;p13">
            <a:extLst xmlns:a="http://schemas.openxmlformats.org/drawingml/2006/main">
              <a:ext uri="{FF2B5EF4-FFF2-40B4-BE49-F238E27FC236}">
                <a16:creationId xmlns:a16="http://schemas.microsoft.com/office/drawing/2014/main" id="{05D180B9-AB11-406B-9400-ECB7D8FB178C}"/>
              </a:ext>
            </a:extLst>
          </p:cNvPr>
          <p:cNvSpPr>
            <a:spLocks xmlns:a="http://schemas.openxmlformats.org/drawingml/2006/main" noGrp="1"/>
          </p:cNvSpPr>
          <p:nvPr>
            <p:ph type="body" idx="1"/>
          </p:nvPr>
        </p:nvSpPr>
        <p:spPr>
          <a:xfrm xmlns:a="http://schemas.openxmlformats.org/drawingml/2006/main">
            <a:off x="609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l">
              <a:lnSpc>
                <a:spcPct val="100000"/>
              </a:lnSpc>
              <a:spcBef>
                <a:spcPts val="500"/>
              </a:spcBef>
              <a:spcAft>
                <a:spcPts val="0"/>
              </a:spcAft>
              <a:buClr>
                <a:srgbClr val="000000"/>
              </a:buClr>
              <a:buSzPts val="2800"/>
              <a:buFont typeface="Oswald"/>
              <a:buNone/>
              <a:defRPr sz="2800"/>
            </a:lvl1pPr>
            <a:lvl2pPr marL="914400" indent="-228600" algn="l">
              <a:lnSpc>
                <a:spcPct val="100000"/>
              </a:lnSpc>
              <a:spcBef>
                <a:spcPts val="500"/>
              </a:spcBef>
              <a:spcAft>
                <a:spcPts val="0"/>
              </a:spcAft>
              <a:buClr>
                <a:srgbClr val="000000"/>
              </a:buClr>
              <a:buSzPts val="2800"/>
              <a:buFont typeface="Oswald"/>
              <a:buNone/>
              <a:defRPr sz="2800"/>
            </a:lvl2pPr>
            <a:lvl3pPr marL="1371600" indent="-228600" algn="l">
              <a:lnSpc>
                <a:spcPct val="100000"/>
              </a:lnSpc>
              <a:spcBef>
                <a:spcPts val="500"/>
              </a:spcBef>
              <a:spcAft>
                <a:spcPts val="0"/>
              </a:spcAft>
              <a:buClr>
                <a:srgbClr val="000000"/>
              </a:buClr>
              <a:buSzPts val="2800"/>
              <a:buFont typeface="Oswald"/>
              <a:buNone/>
              <a:defRPr sz="2800"/>
            </a:lvl3pPr>
            <a:lvl4pPr marL="1828800" indent="-228600" algn="l">
              <a:lnSpc>
                <a:spcPct val="100000"/>
              </a:lnSpc>
              <a:spcBef>
                <a:spcPts val="500"/>
              </a:spcBef>
              <a:spcAft>
                <a:spcPts val="0"/>
              </a:spcAft>
              <a:buClr>
                <a:srgbClr val="000000"/>
              </a:buClr>
              <a:buSzPts val="2800"/>
              <a:buFont typeface="Oswald"/>
              <a:buNone/>
              <a:defRPr sz="2800"/>
            </a:lvl4pPr>
            <a:lvl5pPr marL="2286000" indent="-228600" algn="l">
              <a:lnSpc>
                <a:spcPct val="100000"/>
              </a:lnSpc>
              <a:spcBef>
                <a:spcPts val="500"/>
              </a:spcBef>
              <a:spcAft>
                <a:spcPts val="0"/>
              </a:spcAft>
              <a:buClr>
                <a:srgbClr val="000000"/>
              </a:buClr>
              <a:buSzPts val="2800"/>
              <a:buFont typeface="Oswald"/>
              <a:buNone/>
              <a:defRPr sz="2800"/>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4" name="Google Shape;24;p13">
            <a:extLst xmlns:a="http://schemas.openxmlformats.org/drawingml/2006/main">
              <a:ext uri="{FF2B5EF4-FFF2-40B4-BE49-F238E27FC236}">
                <a16:creationId xmlns:a16="http://schemas.microsoft.com/office/drawing/2014/main" id="{0811437E-C789-4804-9302-63394C5DADAC}"/>
              </a:ext>
            </a:extLst>
          </p:cNvPr>
          <p:cNvSpPr>
            <a:spLocks xmlns:a="http://schemas.openxmlformats.org/drawingml/2006/main" noGrp="1"/>
          </p:cNvSpPr>
          <p:nvPr>
            <p:ph type="body" idx="2"/>
          </p:nvPr>
        </p:nvSpPr>
        <p:spPr>
          <a:xfrm xmlns:a="http://schemas.openxmlformats.org/drawingml/2006/main">
            <a:off x="6197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5" name="Google Shape;25;p13">
            <a:extLst xmlns:a="http://schemas.openxmlformats.org/drawingml/2006/main">
              <a:ext uri="{FF2B5EF4-FFF2-40B4-BE49-F238E27FC236}">
                <a16:creationId xmlns:a16="http://schemas.microsoft.com/office/drawing/2014/main" id="{CD9E63C7-5D48-4595-BD87-13178BB36DAB}"/>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_OBJECTS_WITH_TEXT" type="twoTxTwoObj">
  <p:cSld name="TWO_OBJECTS_WITH_TEXT">
    <p:spTree>
      <p:nvGrpSpPr>
        <p:cNvPr id="1" name=""/>
        <p:cNvGrpSpPr/>
        <p:nvPr/>
      </p:nvGrpSpPr>
      <p:grpSpPr>
        <a:xfrm xmlns:a="http://schemas.openxmlformats.org/drawingml/2006/main"/>
      </p:grpSpPr>
      <p:sp>
        <p:nvSpPr>
          <p:cNvPr id="27" name="Google Shape;27;p14">
            <a:extLst xmlns:a="http://schemas.openxmlformats.org/drawingml/2006/main">
              <a:ext uri="{FF2B5EF4-FFF2-40B4-BE49-F238E27FC236}">
                <a16:creationId xmlns:a16="http://schemas.microsoft.com/office/drawing/2014/main" id="{4043F261-03DC-4DCF-8115-C1A8AC79F22C}"/>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28" name="Google Shape;28;p14">
            <a:extLst xmlns:a="http://schemas.openxmlformats.org/drawingml/2006/main">
              <a:ext uri="{FF2B5EF4-FFF2-40B4-BE49-F238E27FC236}">
                <a16:creationId xmlns:a16="http://schemas.microsoft.com/office/drawing/2014/main" id="{332C151B-5850-41AC-A13C-9532AFA476A7}"/>
              </a:ext>
            </a:extLst>
          </p:cNvPr>
          <p:cNvSpPr>
            <a:spLocks xmlns:a="http://schemas.openxmlformats.org/drawingml/2006/main" noGrp="1"/>
          </p:cNvSpPr>
          <p:nvPr>
            <p:ph type="body" idx="1"/>
          </p:nvPr>
        </p:nvSpPr>
        <p:spPr>
          <a:xfrm xmlns:a="http://schemas.openxmlformats.org/drawingml/2006/main">
            <a:off x="609600" y="1535112"/>
            <a:ext cx="5386917" cy="6397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marL="457200" indent="-228600" algn="l">
              <a:lnSpc>
                <a:spcPct val="100000"/>
              </a:lnSpc>
              <a:spcBef>
                <a:spcPts val="400"/>
              </a:spcBef>
              <a:spcAft>
                <a:spcPts val="0"/>
              </a:spcAft>
              <a:buClr>
                <a:srgbClr val="000000"/>
              </a:buClr>
              <a:buSzPts val="2400"/>
              <a:buFont typeface="Oswald"/>
              <a:buNone/>
              <a:defRPr sz="2400" b="1"/>
            </a:lvl1pPr>
            <a:lvl2pPr marL="914400" indent="-228600" algn="l">
              <a:lnSpc>
                <a:spcPct val="100000"/>
              </a:lnSpc>
              <a:spcBef>
                <a:spcPts val="400"/>
              </a:spcBef>
              <a:spcAft>
                <a:spcPts val="0"/>
              </a:spcAft>
              <a:buClr>
                <a:srgbClr val="000000"/>
              </a:buClr>
              <a:buSzPts val="2400"/>
              <a:buFont typeface="Oswald"/>
              <a:buNone/>
              <a:defRPr sz="2400" b="1"/>
            </a:lvl2pPr>
            <a:lvl3pPr marL="1371600" indent="-228600" algn="l">
              <a:lnSpc>
                <a:spcPct val="100000"/>
              </a:lnSpc>
              <a:spcBef>
                <a:spcPts val="400"/>
              </a:spcBef>
              <a:spcAft>
                <a:spcPts val="0"/>
              </a:spcAft>
              <a:buClr>
                <a:srgbClr val="000000"/>
              </a:buClr>
              <a:buSzPts val="2400"/>
              <a:buFont typeface="Oswald"/>
              <a:buNone/>
              <a:defRPr sz="2400" b="1"/>
            </a:lvl3pPr>
            <a:lvl4pPr marL="1828800" indent="-228600" algn="l">
              <a:lnSpc>
                <a:spcPct val="100000"/>
              </a:lnSpc>
              <a:spcBef>
                <a:spcPts val="400"/>
              </a:spcBef>
              <a:spcAft>
                <a:spcPts val="0"/>
              </a:spcAft>
              <a:buClr>
                <a:srgbClr val="000000"/>
              </a:buClr>
              <a:buSzPts val="2400"/>
              <a:buFont typeface="Oswald"/>
              <a:buNone/>
              <a:defRPr sz="2400" b="1"/>
            </a:lvl4pPr>
            <a:lvl5pPr marL="2286000" indent="-228600" algn="l">
              <a:lnSpc>
                <a:spcPct val="100000"/>
              </a:lnSpc>
              <a:spcBef>
                <a:spcPts val="400"/>
              </a:spcBef>
              <a:spcAft>
                <a:spcPts val="0"/>
              </a:spcAft>
              <a:buClr>
                <a:srgbClr val="000000"/>
              </a:buClr>
              <a:buSzPts val="2400"/>
              <a:buFont typeface="Oswald"/>
              <a:buNone/>
              <a:defRPr sz="2400" b="1"/>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29" name="Google Shape;29;p14">
            <a:extLst xmlns:a="http://schemas.openxmlformats.org/drawingml/2006/main">
              <a:ext uri="{FF2B5EF4-FFF2-40B4-BE49-F238E27FC236}">
                <a16:creationId xmlns:a16="http://schemas.microsoft.com/office/drawing/2014/main" id="{0A70A03E-5500-4B2D-AD99-19A7B4CBC014}"/>
              </a:ext>
            </a:extLst>
          </p:cNvPr>
          <p:cNvSpPr>
            <a:spLocks xmlns:a="http://schemas.openxmlformats.org/drawingml/2006/main" noGrp="1"/>
          </p:cNvSpPr>
          <p:nvPr>
            <p:ph type="body" idx="2"/>
          </p:nvPr>
        </p:nvSpPr>
        <p:spPr>
          <a:xfrm xmlns:a="http://schemas.openxmlformats.org/drawingml/2006/main">
            <a:off x="609600" y="2174875"/>
            <a:ext cx="5386917"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30" name="Google Shape;30;p14">
            <a:extLst xmlns:a="http://schemas.openxmlformats.org/drawingml/2006/main">
              <a:ext uri="{FF2B5EF4-FFF2-40B4-BE49-F238E27FC236}">
                <a16:creationId xmlns:a16="http://schemas.microsoft.com/office/drawing/2014/main" id="{14148A70-C03B-4E84-9BFA-DE49D8E3FBE7}"/>
              </a:ext>
            </a:extLst>
          </p:cNvPr>
          <p:cNvSpPr>
            <a:spLocks xmlns:a="http://schemas.openxmlformats.org/drawingml/2006/main" noGrp="1"/>
          </p:cNvSpPr>
          <p:nvPr>
            <p:ph type="body" idx="3"/>
          </p:nvPr>
        </p:nvSpPr>
        <p:spPr>
          <a:xfrm xmlns:a="http://schemas.openxmlformats.org/drawingml/2006/main">
            <a:off x="6193367" y="1535111"/>
            <a:ext cx="5389036" cy="6397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31" name="Google Shape;31;p14">
            <a:extLst xmlns:a="http://schemas.openxmlformats.org/drawingml/2006/main">
              <a:ext uri="{FF2B5EF4-FFF2-40B4-BE49-F238E27FC236}">
                <a16:creationId xmlns:a16="http://schemas.microsoft.com/office/drawing/2014/main" id="{430DC7F7-2185-4987-BCE3-5279862FD1F5}"/>
              </a:ext>
            </a:extLst>
          </p:cNvPr>
          <p:cNvSpPr>
            <a:spLocks xmlns:a="http://schemas.openxmlformats.org/drawingml/2006/main" noGrp="1"/>
          </p:cNvSpPr>
          <p:nvPr>
            <p:ph type="body" idx="4"/>
          </p:nvPr>
        </p:nvSpPr>
        <p:spPr>
          <a:xfrm xmlns:a="http://schemas.openxmlformats.org/drawingml/2006/main">
            <a:off x="6193367" y="2174875"/>
            <a:ext cx="5389036"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32" name="Google Shape;32;p14">
            <a:extLst xmlns:a="http://schemas.openxmlformats.org/drawingml/2006/main">
              <a:ext uri="{FF2B5EF4-FFF2-40B4-BE49-F238E27FC236}">
                <a16:creationId xmlns:a16="http://schemas.microsoft.com/office/drawing/2014/main" id="{4424EECC-827F-4C60-A98A-DB7E94E60553}"/>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_ONLY" type="titleOnly">
  <p:cSld name="TITLE_ONLY">
    <p:spTree>
      <p:nvGrpSpPr>
        <p:cNvPr id="1" name=""/>
        <p:cNvGrpSpPr/>
        <p:nvPr/>
      </p:nvGrpSpPr>
      <p:grpSpPr>
        <a:xfrm xmlns:a="http://schemas.openxmlformats.org/drawingml/2006/main"/>
      </p:grpSpPr>
      <p:sp>
        <p:nvSpPr>
          <p:cNvPr id="34" name="Google Shape;34;p15">
            <a:extLst xmlns:a="http://schemas.openxmlformats.org/drawingml/2006/main">
              <a:ext uri="{FF2B5EF4-FFF2-40B4-BE49-F238E27FC236}">
                <a16:creationId xmlns:a16="http://schemas.microsoft.com/office/drawing/2014/main" id="{EF0CA023-A6D2-4757-9783-EDC3B3577D1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35" name="Google Shape;35;p15">
            <a:extLst xmlns:a="http://schemas.openxmlformats.org/drawingml/2006/main">
              <a:ext uri="{FF2B5EF4-FFF2-40B4-BE49-F238E27FC236}">
                <a16:creationId xmlns:a16="http://schemas.microsoft.com/office/drawing/2014/main" id="{D365C0EB-B05E-441C-BA78-D0A7A1E3368B}"/>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37" name="Google Shape;37;p16">
            <a:extLst xmlns:a="http://schemas.openxmlformats.org/drawingml/2006/main">
              <a:ext uri="{FF2B5EF4-FFF2-40B4-BE49-F238E27FC236}">
                <a16:creationId xmlns:a16="http://schemas.microsoft.com/office/drawing/2014/main" id="{0F130EC3-48D8-442A-903D-9C7999BCBCDF}"/>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OBJECT_WITH_CAPTION_TEXT" type="objTx">
  <p:cSld name="OBJECT_WITH_CAPTION_TEXT">
    <p:spTree>
      <p:nvGrpSpPr>
        <p:cNvPr id="1" name=""/>
        <p:cNvGrpSpPr/>
        <p:nvPr/>
      </p:nvGrpSpPr>
      <p:grpSpPr>
        <a:xfrm xmlns:a="http://schemas.openxmlformats.org/drawingml/2006/main"/>
      </p:grpSpPr>
      <p:sp>
        <p:nvSpPr>
          <p:cNvPr id="39" name="Google Shape;39;p17">
            <a:extLst xmlns:a="http://schemas.openxmlformats.org/drawingml/2006/main">
              <a:ext uri="{FF2B5EF4-FFF2-40B4-BE49-F238E27FC236}">
                <a16:creationId xmlns:a16="http://schemas.microsoft.com/office/drawing/2014/main" id="{51A84F91-CE5A-4726-9D4B-B5882035DD54}"/>
              </a:ext>
            </a:extLst>
          </p:cNvPr>
          <p:cNvSpPr>
            <a:spLocks xmlns:a="http://schemas.openxmlformats.org/drawingml/2006/main" noGrp="1"/>
          </p:cNvSpPr>
          <p:nvPr>
            <p:ph type="title" idx="0"/>
          </p:nvPr>
        </p:nvSpPr>
        <p:spPr>
          <a:xfrm xmlns:a="http://schemas.openxmlformats.org/drawingml/2006/main">
            <a:off x="609601" y="273050"/>
            <a:ext cx="4011086"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algn="l">
              <a:lnSpc>
                <a:spcPct val="100000"/>
              </a:lnSpc>
              <a:spcBef>
                <a:spcPts val="0"/>
              </a:spcBef>
              <a:spcAft>
                <a:spcPts val="0"/>
              </a:spcAft>
              <a:buClr>
                <a:srgbClr val="000000"/>
              </a:buClr>
              <a:buSzPts val="2000"/>
              <a:buFont typeface="Oswald"/>
              <a:buNone/>
              <a:defRPr sz="2000" b="1"/>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40" name="Google Shape;40;p17">
            <a:extLst xmlns:a="http://schemas.openxmlformats.org/drawingml/2006/main">
              <a:ext uri="{FF2B5EF4-FFF2-40B4-BE49-F238E27FC236}">
                <a16:creationId xmlns:a16="http://schemas.microsoft.com/office/drawing/2014/main" id="{EFFAE74C-0891-4848-A007-0CBB8C5AB1A8}"/>
              </a:ext>
            </a:extLst>
          </p:cNvPr>
          <p:cNvSpPr>
            <a:spLocks xmlns:a="http://schemas.openxmlformats.org/drawingml/2006/main" noGrp="1"/>
          </p:cNvSpPr>
          <p:nvPr>
            <p:ph type="body" idx="1"/>
          </p:nvPr>
        </p:nvSpPr>
        <p:spPr>
          <a:xfrm xmlns:a="http://schemas.openxmlformats.org/drawingml/2006/main">
            <a:off x="4766733" y="273053"/>
            <a:ext cx="6815667"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l">
              <a:lnSpc>
                <a:spcPct val="100000"/>
              </a:lnSpc>
              <a:spcBef>
                <a:spcPts val="600"/>
              </a:spcBef>
              <a:spcAft>
                <a:spcPts val="0"/>
              </a:spcAft>
              <a:buClr>
                <a:srgbClr val="000000"/>
              </a:buClr>
              <a:buSzPts val="1800"/>
              <a:buNone/>
              <a:defRPr/>
            </a:lvl1pPr>
            <a:lvl2pPr marL="914400" indent="-228600" algn="l">
              <a:lnSpc>
                <a:spcPct val="100000"/>
              </a:lnSpc>
              <a:spcBef>
                <a:spcPts val="600"/>
              </a:spcBef>
              <a:spcAft>
                <a:spcPts val="0"/>
              </a:spcAft>
              <a:buClr>
                <a:srgbClr val="000000"/>
              </a:buClr>
              <a:buSzPts val="1800"/>
              <a:buNone/>
              <a:defRPr/>
            </a:lvl2pPr>
            <a:lvl3pPr marL="1371600" indent="-228600" algn="l">
              <a:lnSpc>
                <a:spcPct val="100000"/>
              </a:lnSpc>
              <a:spcBef>
                <a:spcPts val="600"/>
              </a:spcBef>
              <a:spcAft>
                <a:spcPts val="0"/>
              </a:spcAft>
              <a:buClr>
                <a:srgbClr val="000000"/>
              </a:buClr>
              <a:buSzPts val="1800"/>
              <a:buNone/>
              <a:defRPr/>
            </a:lvl3pPr>
            <a:lvl4pPr marL="1828800" indent="-228600" algn="l">
              <a:lnSpc>
                <a:spcPct val="100000"/>
              </a:lnSpc>
              <a:spcBef>
                <a:spcPts val="600"/>
              </a:spcBef>
              <a:spcAft>
                <a:spcPts val="0"/>
              </a:spcAft>
              <a:buClr>
                <a:srgbClr val="000000"/>
              </a:buClr>
              <a:buSzPts val="1800"/>
              <a:buNone/>
              <a:defRPr/>
            </a:lvl4pPr>
            <a:lvl5pPr marL="2286000" indent="-228600" algn="l">
              <a:lnSpc>
                <a:spcPct val="100000"/>
              </a:lnSpc>
              <a:spcBef>
                <a:spcPts val="600"/>
              </a:spcBef>
              <a:spcAft>
                <a:spcPts val="0"/>
              </a:spcAft>
              <a:buClr>
                <a:srgbClr val="000000"/>
              </a:buClr>
              <a:buSzPts val="1800"/>
              <a:buNone/>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41" name="Google Shape;41;p17">
            <a:extLst xmlns:a="http://schemas.openxmlformats.org/drawingml/2006/main">
              <a:ext uri="{FF2B5EF4-FFF2-40B4-BE49-F238E27FC236}">
                <a16:creationId xmlns:a16="http://schemas.microsoft.com/office/drawing/2014/main" id="{A7B86AE4-F77B-4D72-933F-89B93A99759A}"/>
              </a:ext>
            </a:extLst>
          </p:cNvPr>
          <p:cNvSpPr>
            <a:spLocks xmlns:a="http://schemas.openxmlformats.org/drawingml/2006/main" noGrp="1"/>
          </p:cNvSpPr>
          <p:nvPr>
            <p:ph type="body" idx="2"/>
          </p:nvPr>
        </p:nvSpPr>
        <p:spPr>
          <a:xfrm xmlns:a="http://schemas.openxmlformats.org/drawingml/2006/main">
            <a:off x="609601" y="1435103"/>
            <a:ext cx="4011086"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42" name="Google Shape;42;p17">
            <a:extLst xmlns:a="http://schemas.openxmlformats.org/drawingml/2006/main">
              <a:ext uri="{FF2B5EF4-FFF2-40B4-BE49-F238E27FC236}">
                <a16:creationId xmlns:a16="http://schemas.microsoft.com/office/drawing/2014/main" id="{23036E72-B263-4554-B1F1-2046447E4AA5}"/>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_WITH_CAPTION_TEXT" type="picTx">
  <p:cSld name="PICTURE_WITH_CAPTION_TEXT">
    <p:spTree>
      <p:nvGrpSpPr>
        <p:cNvPr id="1" name=""/>
        <p:cNvGrpSpPr/>
        <p:nvPr/>
      </p:nvGrpSpPr>
      <p:grpSpPr>
        <a:xfrm xmlns:a="http://schemas.openxmlformats.org/drawingml/2006/main"/>
      </p:grpSpPr>
      <p:sp>
        <p:nvSpPr>
          <p:cNvPr id="44" name="Google Shape;44;p18">
            <a:extLst xmlns:a="http://schemas.openxmlformats.org/drawingml/2006/main">
              <a:ext uri="{FF2B5EF4-FFF2-40B4-BE49-F238E27FC236}">
                <a16:creationId xmlns:a16="http://schemas.microsoft.com/office/drawing/2014/main" id="{37E29C33-A897-438C-B483-3C9E2D7E431F}"/>
              </a:ext>
            </a:extLst>
          </p:cNvPr>
          <p:cNvSpPr>
            <a:spLocks xmlns:a="http://schemas.openxmlformats.org/drawingml/2006/main" noGrp="1"/>
          </p:cNvSpPr>
          <p:nvPr>
            <p:ph type="title" idx="0"/>
          </p:nvPr>
        </p:nvSpPr>
        <p:spPr>
          <a:xfrm xmlns:a="http://schemas.openxmlformats.org/drawingml/2006/main">
            <a:off x="2389715" y="4800600"/>
            <a:ext cx="7315202"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b">
            <a:normAutofit/>
          </a:bodyPr>
          <a:lstStyle xmlns:a="http://schemas.openxmlformats.org/drawingml/2006/main">
            <a:lvl1pPr algn="l">
              <a:lnSpc>
                <a:spcPct val="100000"/>
              </a:lnSpc>
              <a:spcBef>
                <a:spcPts val="0"/>
              </a:spcBef>
              <a:spcAft>
                <a:spcPts val="0"/>
              </a:spcAft>
              <a:buClr>
                <a:srgbClr val="000000"/>
              </a:buClr>
              <a:buSzPts val="2000"/>
              <a:buFont typeface="Oswald"/>
              <a:buNone/>
              <a:defRPr sz="2000" b="1"/>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45" name="Google Shape;45;p18">
            <a:extLst xmlns:a="http://schemas.openxmlformats.org/drawingml/2006/main">
              <a:ext uri="{FF2B5EF4-FFF2-40B4-BE49-F238E27FC236}">
                <a16:creationId xmlns:a16="http://schemas.microsoft.com/office/drawing/2014/main" id="{789E4CBF-9370-4B3F-8C6B-E020C433F0C8}"/>
              </a:ext>
            </a:extLst>
          </p:cNvPr>
          <p:cNvSpPr>
            <a:spLocks xmlns:a="http://schemas.openxmlformats.org/drawingml/2006/main" noGrp="1"/>
          </p:cNvSpPr>
          <p:nvPr>
            <p:ph type="pic" idx="2"/>
          </p:nvPr>
        </p:nvSpPr>
        <p:spPr>
          <a:xfrm xmlns:a="http://schemas.openxmlformats.org/drawingml/2006/main">
            <a:off x="2389715" y="612775"/>
            <a:ext cx="7315202" cy="4114800"/>
          </a:xfrm>
          <a:prstGeom xmlns:a="http://schemas.openxmlformats.org/drawingml/2006/main" prst="rect">
            <a:avLst/>
          </a:prstGeom>
          <a:noFill xmlns:a="http://schemas.openxmlformats.org/drawingml/2006/main"/>
          <a:ln xmlns:a="http://schemas.openxmlformats.org/drawingml/2006/main">
            <a:noFill/>
          </a:ln>
        </p:spPr>
      </p:sp>
      <p:sp>
        <p:nvSpPr>
          <p:cNvPr id="46" name="Google Shape;46;p18">
            <a:extLst xmlns:a="http://schemas.openxmlformats.org/drawingml/2006/main">
              <a:ext uri="{FF2B5EF4-FFF2-40B4-BE49-F238E27FC236}">
                <a16:creationId xmlns:a16="http://schemas.microsoft.com/office/drawing/2014/main" id="{3F4C5E8A-445B-41BD-ACCE-E0313C0F759A}"/>
              </a:ext>
            </a:extLst>
          </p:cNvPr>
          <p:cNvSpPr>
            <a:spLocks xmlns:a="http://schemas.openxmlformats.org/drawingml/2006/main" noGrp="1"/>
          </p:cNvSpPr>
          <p:nvPr>
            <p:ph type="body" idx="1"/>
          </p:nvPr>
        </p:nvSpPr>
        <p:spPr>
          <a:xfrm xmlns:a="http://schemas.openxmlformats.org/drawingml/2006/main">
            <a:off x="2389715" y="5367337"/>
            <a:ext cx="7315202" cy="8048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228600" algn="l">
              <a:lnSpc>
                <a:spcPct val="100000"/>
              </a:lnSpc>
              <a:spcBef>
                <a:spcPts val="200"/>
              </a:spcBef>
              <a:spcAft>
                <a:spcPts val="0"/>
              </a:spcAft>
              <a:buClr>
                <a:srgbClr val="000000"/>
              </a:buClr>
              <a:buSzPts val="1400"/>
              <a:buFont typeface="Oswald"/>
              <a:buNone/>
              <a:defRPr sz="1400"/>
            </a:lvl1pPr>
            <a:lvl2pPr marL="914400" indent="-228600" algn="l">
              <a:lnSpc>
                <a:spcPct val="100000"/>
              </a:lnSpc>
              <a:spcBef>
                <a:spcPts val="200"/>
              </a:spcBef>
              <a:spcAft>
                <a:spcPts val="0"/>
              </a:spcAft>
              <a:buClr>
                <a:srgbClr val="000000"/>
              </a:buClr>
              <a:buSzPts val="1400"/>
              <a:buFont typeface="Oswald"/>
              <a:buNone/>
              <a:defRPr sz="1400"/>
            </a:lvl2pPr>
            <a:lvl3pPr marL="1371600" indent="-228600" algn="l">
              <a:lnSpc>
                <a:spcPct val="100000"/>
              </a:lnSpc>
              <a:spcBef>
                <a:spcPts val="200"/>
              </a:spcBef>
              <a:spcAft>
                <a:spcPts val="0"/>
              </a:spcAft>
              <a:buClr>
                <a:srgbClr val="000000"/>
              </a:buClr>
              <a:buSzPts val="1400"/>
              <a:buFont typeface="Oswald"/>
              <a:buNone/>
              <a:defRPr sz="1400"/>
            </a:lvl3pPr>
            <a:lvl4pPr marL="1828800" indent="-228600" algn="l">
              <a:lnSpc>
                <a:spcPct val="100000"/>
              </a:lnSpc>
              <a:spcBef>
                <a:spcPts val="200"/>
              </a:spcBef>
              <a:spcAft>
                <a:spcPts val="0"/>
              </a:spcAft>
              <a:buClr>
                <a:srgbClr val="000000"/>
              </a:buClr>
              <a:buSzPts val="1400"/>
              <a:buFont typeface="Oswald"/>
              <a:buNone/>
              <a:defRPr sz="1400"/>
            </a:lvl4pPr>
            <a:lvl5pPr marL="2286000" indent="-228600" algn="l">
              <a:lnSpc>
                <a:spcPct val="100000"/>
              </a:lnSpc>
              <a:spcBef>
                <a:spcPts val="200"/>
              </a:spcBef>
              <a:spcAft>
                <a:spcPts val="0"/>
              </a:spcAft>
              <a:buClr>
                <a:srgbClr val="000000"/>
              </a:buClr>
              <a:buSzPts val="1400"/>
              <a:buFont typeface="Oswald"/>
              <a:buNone/>
              <a:defRPr sz="1400"/>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47" name="Google Shape;47;p18">
            <a:extLst xmlns:a="http://schemas.openxmlformats.org/drawingml/2006/main">
              <a:ext uri="{FF2B5EF4-FFF2-40B4-BE49-F238E27FC236}">
                <a16:creationId xmlns:a16="http://schemas.microsoft.com/office/drawing/2014/main" id="{B78B66CB-E261-4551-9210-767AA6D4673E}"/>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VERTICAL_TEXT" type="vertTx">
  <p:cSld name="VERTICAL_TEXT">
    <p:spTree>
      <p:nvGrpSpPr>
        <p:cNvPr id="1" name=""/>
        <p:cNvGrpSpPr/>
        <p:nvPr/>
      </p:nvGrpSpPr>
      <p:grpSpPr>
        <a:xfrm xmlns:a="http://schemas.openxmlformats.org/drawingml/2006/main"/>
      </p:grpSpPr>
      <p:sp>
        <p:nvSpPr>
          <p:cNvPr id="49" name="Google Shape;49;p19">
            <a:extLst xmlns:a="http://schemas.openxmlformats.org/drawingml/2006/main">
              <a:ext uri="{FF2B5EF4-FFF2-40B4-BE49-F238E27FC236}">
                <a16:creationId xmlns:a16="http://schemas.microsoft.com/office/drawing/2014/main" id="{01B67EEF-5B2D-4DE6-B453-C8591367D3CE}"/>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50" name="Google Shape;50;p19">
            <a:extLst xmlns:a="http://schemas.openxmlformats.org/drawingml/2006/main">
              <a:ext uri="{FF2B5EF4-FFF2-40B4-BE49-F238E27FC236}">
                <a16:creationId xmlns:a16="http://schemas.microsoft.com/office/drawing/2014/main" id="{04C94E09-05F2-4686-A37C-3F643B570A2E}"/>
              </a:ext>
            </a:extLst>
          </p:cNvPr>
          <p:cNvSpPr>
            <a:spLocks xmlns:a="http://schemas.openxmlformats.org/drawingml/2006/main" noGrp="1"/>
          </p:cNvSpPr>
          <p:nvPr>
            <p:ph type="body" idx="1"/>
          </p:nvPr>
        </p:nvSpPr>
        <p:spPr>
          <a:xfrm xmlns:a="http://schemas.openxmlformats.org/drawingml/2006/main" rot="5400000">
            <a:off x="3580605" y="-1875633"/>
            <a:ext cx="5030790" cy="1097280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51" name="Google Shape;51;p19">
            <a:extLst xmlns:a="http://schemas.openxmlformats.org/drawingml/2006/main">
              <a:ext uri="{FF2B5EF4-FFF2-40B4-BE49-F238E27FC236}">
                <a16:creationId xmlns:a16="http://schemas.microsoft.com/office/drawing/2014/main" id="{20AAD725-445B-4825-8376-65CE72747671}"/>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_TITLE_AND_VERTICAL_TEXT" type="vertTitleAndTx">
  <p:cSld name="VERTICAL_TITLE_AND_VERTICAL_TEXT">
    <p:spTree>
      <p:nvGrpSpPr>
        <p:cNvPr id="1" name=""/>
        <p:cNvGrpSpPr/>
        <p:nvPr/>
      </p:nvGrpSpPr>
      <p:grpSpPr>
        <a:xfrm xmlns:a="http://schemas.openxmlformats.org/drawingml/2006/main"/>
      </p:grpSpPr>
      <p:sp>
        <p:nvSpPr>
          <p:cNvPr id="53" name="Google Shape;53;p20">
            <a:extLst xmlns:a="http://schemas.openxmlformats.org/drawingml/2006/main">
              <a:ext uri="{FF2B5EF4-FFF2-40B4-BE49-F238E27FC236}">
                <a16:creationId xmlns:a16="http://schemas.microsoft.com/office/drawing/2014/main" id="{CA1FD306-FA9C-46C5-94E6-8708E86B9824}"/>
              </a:ext>
            </a:extLst>
          </p:cNvPr>
          <p:cNvSpPr>
            <a:spLocks xmlns:a="http://schemas.openxmlformats.org/drawingml/2006/main" noGrp="1"/>
          </p:cNvSpPr>
          <p:nvPr>
            <p:ph type="title" idx="0"/>
          </p:nvPr>
        </p:nvSpPr>
        <p:spPr>
          <a:xfrm xmlns:a="http://schemas.openxmlformats.org/drawingml/2006/main" rot="5400000">
            <a:off x="7285038" y="1828804"/>
            <a:ext cx="5851527" cy="274320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algn="ctr">
              <a:lnSpc>
                <a:spcPct val="100000"/>
              </a:lnSpc>
              <a:spcBef>
                <a:spcPts val="0"/>
              </a:spcBef>
              <a:spcAft>
                <a:spcPts val="0"/>
              </a:spcAft>
              <a:buClr>
                <a:srgbClr val="000000"/>
              </a:buClr>
              <a:buSzPts val="1800"/>
              <a:buNone/>
              <a:defRPr/>
            </a:lvl1pPr>
            <a:lvl2pPr algn="ctr">
              <a:lnSpc>
                <a:spcPct val="100000"/>
              </a:lnSpc>
              <a:spcBef>
                <a:spcPts val="0"/>
              </a:spcBef>
              <a:spcAft>
                <a:spcPts val="0"/>
              </a:spcAft>
              <a:buClr>
                <a:srgbClr val="000000"/>
              </a:buClr>
              <a:buSzPts val="1800"/>
              <a:buNone/>
              <a:defRPr/>
            </a:lvl2pPr>
            <a:lvl3pPr algn="ctr">
              <a:lnSpc>
                <a:spcPct val="100000"/>
              </a:lnSpc>
              <a:spcBef>
                <a:spcPts val="0"/>
              </a:spcBef>
              <a:spcAft>
                <a:spcPts val="0"/>
              </a:spcAft>
              <a:buClr>
                <a:srgbClr val="000000"/>
              </a:buClr>
              <a:buSzPts val="1800"/>
              <a:buNone/>
              <a:defRPr/>
            </a:lvl3pPr>
            <a:lvl4pPr algn="ctr">
              <a:lnSpc>
                <a:spcPct val="100000"/>
              </a:lnSpc>
              <a:spcBef>
                <a:spcPts val="0"/>
              </a:spcBef>
              <a:spcAft>
                <a:spcPts val="0"/>
              </a:spcAft>
              <a:buClr>
                <a:srgbClr val="000000"/>
              </a:buClr>
              <a:buSzPts val="1800"/>
              <a:buNone/>
              <a:defRPr/>
            </a:lvl4pPr>
            <a:lvl5pPr algn="ctr">
              <a:lnSpc>
                <a:spcPct val="100000"/>
              </a:lnSpc>
              <a:spcBef>
                <a:spcPts val="0"/>
              </a:spcBef>
              <a:spcAft>
                <a:spcPts val="0"/>
              </a:spcAft>
              <a:buClr>
                <a:srgbClr val="000000"/>
              </a:buClr>
              <a:buSzPts val="1800"/>
              <a:buNone/>
              <a:defRPr/>
            </a:lvl5pPr>
            <a:lvl6pPr algn="ctr">
              <a:lnSpc>
                <a:spcPct val="100000"/>
              </a:lnSpc>
              <a:spcBef>
                <a:spcPts val="0"/>
              </a:spcBef>
              <a:spcAft>
                <a:spcPts val="0"/>
              </a:spcAft>
              <a:buClr>
                <a:srgbClr val="000000"/>
              </a:buClr>
              <a:buSzPts val="1800"/>
              <a:buNone/>
              <a:defRPr/>
            </a:lvl6pPr>
            <a:lvl7pPr algn="ctr">
              <a:lnSpc>
                <a:spcPct val="100000"/>
              </a:lnSpc>
              <a:spcBef>
                <a:spcPts val="0"/>
              </a:spcBef>
              <a:spcAft>
                <a:spcPts val="0"/>
              </a:spcAft>
              <a:buClr>
                <a:srgbClr val="000000"/>
              </a:buClr>
              <a:buSzPts val="1800"/>
              <a:buNone/>
              <a:defRPr/>
            </a:lvl7pPr>
            <a:lvl8pPr algn="ctr">
              <a:lnSpc>
                <a:spcPct val="100000"/>
              </a:lnSpc>
              <a:spcBef>
                <a:spcPts val="0"/>
              </a:spcBef>
              <a:spcAft>
                <a:spcPts val="0"/>
              </a:spcAft>
              <a:buClr>
                <a:srgbClr val="000000"/>
              </a:buClr>
              <a:buSzPts val="1800"/>
              <a:buNone/>
              <a:defRPr/>
            </a:lvl8pPr>
            <a:lvl9pPr algn="ctr">
              <a:lnSpc>
                <a:spcPct val="100000"/>
              </a:lnSpc>
              <a:spcBef>
                <a:spcPts val="0"/>
              </a:spcBef>
              <a:spcAft>
                <a:spcPts val="0"/>
              </a:spcAft>
              <a:buClr>
                <a:srgbClr val="000000"/>
              </a:buClr>
              <a:buSzPts val="1800"/>
              <a:buNone/>
              <a:defRPr/>
            </a:lvl9pPr>
          </a:lstStyle>
          <a:p xmlns:a="http://schemas.openxmlformats.org/drawingml/2006/main"/>
        </p:txBody>
      </p:sp>
      <p:sp>
        <p:nvSpPr>
          <p:cNvPr id="54" name="Google Shape;54;p20">
            <a:extLst xmlns:a="http://schemas.openxmlformats.org/drawingml/2006/main">
              <a:ext uri="{FF2B5EF4-FFF2-40B4-BE49-F238E27FC236}">
                <a16:creationId xmlns:a16="http://schemas.microsoft.com/office/drawing/2014/main" id="{07D1D922-9BED-490F-9169-9C9D0D393A3C}"/>
              </a:ext>
            </a:extLst>
          </p:cNvPr>
          <p:cNvSpPr>
            <a:spLocks xmlns:a="http://schemas.openxmlformats.org/drawingml/2006/main" noGrp="1"/>
          </p:cNvSpPr>
          <p:nvPr>
            <p:ph type="body" idx="1"/>
          </p:nvPr>
        </p:nvSpPr>
        <p:spPr>
          <a:xfrm xmlns:a="http://schemas.openxmlformats.org/drawingml/2006/main" rot="5400000">
            <a:off x="1697038" y="-812796"/>
            <a:ext cx="5851527" cy="80264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indent="-431800" algn="l">
              <a:lnSpc>
                <a:spcPct val="100000"/>
              </a:lnSpc>
              <a:spcBef>
                <a:spcPts val="300"/>
              </a:spcBef>
              <a:spcAft>
                <a:spcPts val="0"/>
              </a:spcAft>
              <a:buSzPts val="3200"/>
              <a:buChar char="•"/>
              <a:defRPr/>
            </a:lvl1pPr>
            <a:lvl2pPr marL="914400" indent="-431800" algn="l">
              <a:lnSpc>
                <a:spcPct val="100000"/>
              </a:lnSpc>
              <a:spcBef>
                <a:spcPts val="300"/>
              </a:spcBef>
              <a:spcAft>
                <a:spcPts val="0"/>
              </a:spcAft>
              <a:buSzPts val="3200"/>
              <a:buChar char="–"/>
              <a:defRPr/>
            </a:lvl2pPr>
            <a:lvl3pPr marL="1371600" indent="-431800" algn="l">
              <a:lnSpc>
                <a:spcPct val="100000"/>
              </a:lnSpc>
              <a:spcBef>
                <a:spcPts val="300"/>
              </a:spcBef>
              <a:spcAft>
                <a:spcPts val="0"/>
              </a:spcAft>
              <a:buSzPts val="3200"/>
              <a:buChar char="•"/>
              <a:defRPr/>
            </a:lvl3pPr>
            <a:lvl4pPr marL="1828800" indent="-431800" algn="l">
              <a:lnSpc>
                <a:spcPct val="100000"/>
              </a:lnSpc>
              <a:spcBef>
                <a:spcPts val="300"/>
              </a:spcBef>
              <a:spcAft>
                <a:spcPts val="0"/>
              </a:spcAft>
              <a:buSzPts val="3200"/>
              <a:buChar char="–"/>
              <a:defRPr/>
            </a:lvl4pPr>
            <a:lvl5pPr marL="2286000" indent="-431800" algn="l">
              <a:lnSpc>
                <a:spcPct val="100000"/>
              </a:lnSpc>
              <a:spcBef>
                <a:spcPts val="300"/>
              </a:spcBef>
              <a:spcAft>
                <a:spcPts val="0"/>
              </a:spcAft>
              <a:buSzPts val="3200"/>
              <a:buChar char="»"/>
              <a:defRPr/>
            </a:lvl5pPr>
            <a:lvl6pPr marL="2743200" indent="-431800" algn="l">
              <a:lnSpc>
                <a:spcPct val="100000"/>
              </a:lnSpc>
              <a:spcBef>
                <a:spcPts val="300"/>
              </a:spcBef>
              <a:spcAft>
                <a:spcPts val="0"/>
              </a:spcAft>
              <a:buSzPts val="3200"/>
              <a:buChar char="•"/>
              <a:defRPr/>
            </a:lvl6pPr>
            <a:lvl7pPr marL="3200400" indent="-431800" algn="l">
              <a:lnSpc>
                <a:spcPct val="100000"/>
              </a:lnSpc>
              <a:spcBef>
                <a:spcPts val="300"/>
              </a:spcBef>
              <a:spcAft>
                <a:spcPts val="0"/>
              </a:spcAft>
              <a:buSzPts val="3200"/>
              <a:buChar char="•"/>
              <a:defRPr/>
            </a:lvl7pPr>
            <a:lvl8pPr marL="3657600" indent="-431800" algn="l">
              <a:lnSpc>
                <a:spcPct val="100000"/>
              </a:lnSpc>
              <a:spcBef>
                <a:spcPts val="300"/>
              </a:spcBef>
              <a:spcAft>
                <a:spcPts val="0"/>
              </a:spcAft>
              <a:buSzPts val="3200"/>
              <a:buChar char="•"/>
              <a:defRPr/>
            </a:lvl8pPr>
            <a:lvl9pPr marL="4114800" indent="-431800" algn="l">
              <a:lnSpc>
                <a:spcPct val="100000"/>
              </a:lnSpc>
              <a:spcBef>
                <a:spcPts val="300"/>
              </a:spcBef>
              <a:spcAft>
                <a:spcPts val="0"/>
              </a:spcAft>
              <a:buSzPts val="3200"/>
              <a:buChar char="•"/>
              <a:defRPr/>
            </a:lvl9pPr>
          </a:lstStyle>
          <a:p xmlns:a="http://schemas.openxmlformats.org/drawingml/2006/main"/>
        </p:txBody>
      </p:sp>
      <p:sp>
        <p:nvSpPr>
          <p:cNvPr id="55" name="Google Shape;55;p20">
            <a:extLst xmlns:a="http://schemas.openxmlformats.org/drawingml/2006/main">
              <a:ext uri="{FF2B5EF4-FFF2-40B4-BE49-F238E27FC236}">
                <a16:creationId xmlns:a16="http://schemas.microsoft.com/office/drawing/2014/main" id="{F0BB451E-3F98-4609-9291-D999BBF0FC17}"/>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e051bd10184c6b" /><Relationship Type="http://schemas.openxmlformats.org/officeDocument/2006/relationships/slideLayout" Target="/ppt/slideLayouts/slideLayout1.xml" Id="Rdb85db2c4a794b10" /><Relationship Type="http://schemas.openxmlformats.org/officeDocument/2006/relationships/slideLayout" Target="/ppt/slideLayouts/slideLayout2.xml" Id="R604b7c6b5ca34a11" /><Relationship Type="http://schemas.openxmlformats.org/officeDocument/2006/relationships/slideLayout" Target="/ppt/slideLayouts/slideLayout3.xml" Id="R7ee8cec11fca4dce" /><Relationship Type="http://schemas.openxmlformats.org/officeDocument/2006/relationships/slideLayout" Target="/ppt/slideLayouts/slideLayout4.xml" Id="Rcff6dc02a4f647f0" /><Relationship Type="http://schemas.openxmlformats.org/officeDocument/2006/relationships/slideLayout" Target="/ppt/slideLayouts/slideLayout5.xml" Id="R8b75d7dafa4c4749" /><Relationship Type="http://schemas.openxmlformats.org/officeDocument/2006/relationships/slideLayout" Target="/ppt/slideLayouts/slideLayout6.xml" Id="Rdfeff1c1bec343bb" /><Relationship Type="http://schemas.openxmlformats.org/officeDocument/2006/relationships/slideLayout" Target="/ppt/slideLayouts/slideLayout7.xml" Id="R4d195e2844fb4172" /><Relationship Type="http://schemas.openxmlformats.org/officeDocument/2006/relationships/slideLayout" Target="/ppt/slideLayouts/slideLayout8.xml" Id="R677a56db01c14153" /><Relationship Type="http://schemas.openxmlformats.org/officeDocument/2006/relationships/slideLayout" Target="/ppt/slideLayouts/slideLayout9.xml" Id="R27aa5d89fe444ec3" /><Relationship Type="http://schemas.openxmlformats.org/officeDocument/2006/relationships/slideLayout" Target="/ppt/slideLayouts/slideLayout10.xml" Id="Rd19d3b6c6a014e20" /><Relationship Type="http://schemas.openxmlformats.org/officeDocument/2006/relationships/slideLayout" Target="/ppt/slideLayouts/slideLayout11.xml" Id="R3b9b6d5c7ad44b8b"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Google Shape;6;p9">
            <a:extLst xmlns:a="http://schemas.openxmlformats.org/drawingml/2006/main">
              <a:ext uri="{FF2B5EF4-FFF2-40B4-BE49-F238E27FC236}">
                <a16:creationId xmlns:a16="http://schemas.microsoft.com/office/drawing/2014/main" id="{D070745A-1ED2-4168-8529-56DF52E2DDE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lvl1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1pPr>
            <a:lvl2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2pPr>
            <a:lvl3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3pPr>
            <a:lvl4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4pPr>
            <a:lvl5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5pPr>
            <a:lvl6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6pPr>
            <a:lvl7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7pPr>
            <a:lvl8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8pPr>
            <a:lvl9pPr marR="0" algn="ctr">
              <a:lnSpc>
                <a:spcPct val="100000"/>
              </a:lnSpc>
              <a:spcBef>
                <a:spcPts val="0"/>
              </a:spcBef>
              <a:spcAft>
                <a:spcPts val="0"/>
              </a:spcAft>
              <a:buClr>
                <a:srgbClr val="000000"/>
              </a:buClr>
              <a:buSzPts val="4400"/>
              <a:buFont typeface="Oswald"/>
              <a:buNone/>
              <a:defRPr sz="4400" b="0" i="0" u="none" strike="noStrike" cap="none">
                <a:solidFill>
                  <a:srgbClr val="000000"/>
                </a:solidFill>
                <a:latin typeface="Oswald"/>
                <a:ea typeface="Oswald"/>
                <a:cs typeface="Oswald"/>
              </a:defRPr>
            </a:lvl9pPr>
          </a:lstStyle>
          <a:p xmlns:a="http://schemas.openxmlformats.org/drawingml/2006/main"/>
        </p:txBody>
      </p:sp>
      <p:sp>
        <p:nvSpPr>
          <p:cNvPr id="7" name="Google Shape;7;p9">
            <a:extLst xmlns:a="http://schemas.openxmlformats.org/drawingml/2006/main">
              <a:ext uri="{FF2B5EF4-FFF2-40B4-BE49-F238E27FC236}">
                <a16:creationId xmlns:a16="http://schemas.microsoft.com/office/drawing/2014/main" id="{A19E9DBF-96E3-4E2D-B221-9C0FBCC55BAB}"/>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t">
            <a:normAutofit/>
          </a:bodyPr>
          <a:lstStyle xmlns:a="http://schemas.openxmlformats.org/drawingml/2006/main">
            <a:lvl1pPr marL="4572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1pPr>
            <a:lvl2pPr marL="9144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2pPr>
            <a:lvl3pPr marL="13716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3pPr>
            <a:lvl4pPr marL="18288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4pPr>
            <a:lvl5pPr marL="22860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5pPr>
            <a:lvl6pPr marL="27432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6pPr>
            <a:lvl7pPr marL="32004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7pPr>
            <a:lvl8pPr marL="36576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8pPr>
            <a:lvl9pPr marL="4114800" marR="0" indent="-431800" algn="l">
              <a:lnSpc>
                <a:spcPct val="100000"/>
              </a:lnSpc>
              <a:spcBef>
                <a:spcPts val="300"/>
              </a:spcBef>
              <a:spcAft>
                <a:spcPts val="0"/>
              </a:spcAft>
              <a:buClr>
                <a:srgbClr val="000000"/>
              </a:buClr>
              <a:buSzPts val="3200"/>
              <a:buFont typeface="Arial"/>
              <a:buChar char="•"/>
              <a:defRPr sz="3200" b="0" i="0" u="none" strike="noStrike" cap="none">
                <a:solidFill>
                  <a:srgbClr val="000000"/>
                </a:solidFill>
                <a:latin typeface="Oswald"/>
                <a:ea typeface="Oswald"/>
                <a:cs typeface="Oswald"/>
              </a:defRPr>
            </a:lvl9pPr>
          </a:lstStyle>
          <a:p xmlns:a="http://schemas.openxmlformats.org/drawingml/2006/main"/>
        </p:txBody>
      </p:sp>
      <p:sp>
        <p:nvSpPr>
          <p:cNvPr id="8" name="Google Shape;8;p9">
            <a:extLst xmlns:a="http://schemas.openxmlformats.org/drawingml/2006/main">
              <a:ext uri="{FF2B5EF4-FFF2-40B4-BE49-F238E27FC236}">
                <a16:creationId xmlns:a16="http://schemas.microsoft.com/office/drawing/2014/main" id="{2386E290-6AFE-4233-82AC-A6DCF1D86837}"/>
              </a:ext>
            </a:extLst>
          </p:cNvPr>
          <p:cNvSpPr>
            <a:spLocks xmlns:a="http://schemas.openxmlformats.org/drawingml/2006/main" noGrp="1"/>
          </p:cNvSpPr>
          <p:nvPr>
            <p:ph type="sldNum" idx="12"/>
          </p:nvPr>
        </p:nvSpPr>
        <p:spPr>
          <a:xfrm xmlns:a="http://schemas.openxmlformats.org/drawingml/2006/main">
            <a:off x="11308786" y="6404316"/>
            <a:ext cx="273615"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lvl1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1pPr>
            <a:lvl2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2pPr>
            <a:lvl3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3pPr>
            <a:lvl4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4pPr>
            <a:lvl5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5pPr>
            <a:lvl6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6pPr>
            <a:lvl7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7pPr>
            <a:lvl8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8pPr>
            <a:lvl9pPr marL="0" marR="0" indent="0" algn="r">
              <a:lnSpc>
                <a:spcPct val="100000"/>
              </a:lnSpc>
              <a:spcBef>
                <a:spcPts val="0"/>
              </a:spcBef>
              <a:spcAft>
                <a:spcPts val="0"/>
              </a:spcAft>
              <a:buClr>
                <a:srgbClr val="898989"/>
              </a:buClr>
              <a:buSzPts val="1200"/>
              <a:buFont typeface="Oswald"/>
              <a:buNone/>
              <a:defRPr sz="1200" b="0" i="0" u="none" strike="noStrik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latin typeface="Arial"/>
              <a:ea typeface="Arial"/>
              <a:cs typeface="Aria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b85db2c4a794b10"/>
    <p:sldLayoutId xmlns:r="http://schemas.openxmlformats.org/officeDocument/2006/relationships" id="2147483650" r:id="R604b7c6b5ca34a11"/>
    <p:sldLayoutId xmlns:r="http://schemas.openxmlformats.org/officeDocument/2006/relationships" id="2147483651" r:id="R7ee8cec11fca4dce"/>
    <p:sldLayoutId xmlns:r="http://schemas.openxmlformats.org/officeDocument/2006/relationships" id="2147483652" r:id="Rcff6dc02a4f647f0"/>
    <p:sldLayoutId xmlns:r="http://schemas.openxmlformats.org/officeDocument/2006/relationships" id="2147483653" r:id="R8b75d7dafa4c4749"/>
    <p:sldLayoutId xmlns:r="http://schemas.openxmlformats.org/officeDocument/2006/relationships" id="2147483654" r:id="Rdfeff1c1bec343bb"/>
    <p:sldLayoutId xmlns:r="http://schemas.openxmlformats.org/officeDocument/2006/relationships" id="2147483655" r:id="R4d195e2844fb4172"/>
    <p:sldLayoutId xmlns:r="http://schemas.openxmlformats.org/officeDocument/2006/relationships" id="2147483656" r:id="R677a56db01c14153"/>
    <p:sldLayoutId xmlns:r="http://schemas.openxmlformats.org/officeDocument/2006/relationships" id="2147483657" r:id="R27aa5d89fe444ec3"/>
    <p:sldLayoutId xmlns:r="http://schemas.openxmlformats.org/officeDocument/2006/relationships" id="2147483658" r:id="Rd19d3b6c6a014e20"/>
    <p:sldLayoutId xmlns:r="http://schemas.openxmlformats.org/officeDocument/2006/relationships" id="2147483659" r:id="R3b9b6d5c7ad44b8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806608d3b346be" /><Relationship Type="http://schemas.openxmlformats.org/officeDocument/2006/relationships/image" Target="/ppt/media/image.png" Id="Rc301ffc815eb4a50" /><Relationship Type="http://schemas.openxmlformats.org/officeDocument/2006/relationships/image" Target="/ppt/media/image2.png" Id="Re72ec55e1d8e4145" /><Relationship Type="http://schemas.openxmlformats.org/officeDocument/2006/relationships/notesSlide" Target="/ppt/notesSlides/notesSlide1.xml" Id="R813357b2991141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ff556dad47f42ca" /><Relationship Type="http://schemas.openxmlformats.org/officeDocument/2006/relationships/image" Target="/ppt/media/image3.png" Id="R9d48f6bea8344a52" /><Relationship Type="http://schemas.openxmlformats.org/officeDocument/2006/relationships/image" Target="/ppt/media/image4.png" Id="R3ba6206126874d41" /><Relationship Type="http://schemas.openxmlformats.org/officeDocument/2006/relationships/image" Target="/ppt/media/image2.png" Id="R1271b186311c4cd6" /><Relationship Type="http://schemas.openxmlformats.org/officeDocument/2006/relationships/notesSlide" Target="/ppt/notesSlides/notesSlide2.xml" Id="R9b374807cfe04c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58c7ea9842e40dd" /><Relationship Type="http://schemas.openxmlformats.org/officeDocument/2006/relationships/image" Target="/ppt/media/image2.png" Id="R6ab8b97170ec45f2" /><Relationship Type="http://schemas.openxmlformats.org/officeDocument/2006/relationships/image" Target="/ppt/media/image5.png" Id="R637c7839cada46a0" /><Relationship Type="http://schemas.openxmlformats.org/officeDocument/2006/relationships/image" Target="/ppt/media/image6.png" Id="Rd609c59f19fa4a69" /><Relationship Type="http://schemas.openxmlformats.org/officeDocument/2006/relationships/image" Target="/ppt/media/image7.png" Id="Rfe1dbffd1efb48a6" /><Relationship Type="http://schemas.openxmlformats.org/officeDocument/2006/relationships/image" Target="/ppt/media/image8.png" Id="Rba6a237439e74ddb" /><Relationship Type="http://schemas.openxmlformats.org/officeDocument/2006/relationships/image" Target="/ppt/media/image9.png" Id="R226d13f6c66b48f4" /><Relationship Type="http://schemas.openxmlformats.org/officeDocument/2006/relationships/image" Target="/ppt/media/image10.png" Id="R8cb8005d0b3d41c9" /><Relationship Type="http://schemas.openxmlformats.org/officeDocument/2006/relationships/image" Target="/ppt/media/image11.png" Id="Rfdae32d25d9f4641" /><Relationship Type="http://schemas.openxmlformats.org/officeDocument/2006/relationships/image" Target="/ppt/media/image12.png" Id="R91be3c9bd6454953" /><Relationship Type="http://schemas.openxmlformats.org/officeDocument/2006/relationships/image" Target="/ppt/media/image13.png" Id="R666bc055bfca4d6b" /><Relationship Type="http://schemas.openxmlformats.org/officeDocument/2006/relationships/notesSlide" Target="/ppt/notesSlides/notesSlide3.xml" Id="R8ae0e73a8aef4b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266e8ea32b14196" /><Relationship Type="http://schemas.openxmlformats.org/officeDocument/2006/relationships/image" Target="/ppt/media/image2.png" Id="R192f08126949481e" /><Relationship Type="http://schemas.openxmlformats.org/officeDocument/2006/relationships/notesSlide" Target="/ppt/notesSlides/notesSlide4.xml" Id="Rafc30d3cf47f41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bea82e4484e4e78" /><Relationship Type="http://schemas.openxmlformats.org/officeDocument/2006/relationships/image" Target="/ppt/media/image2.png" Id="R6030bdf613d84d53" /><Relationship Type="http://schemas.openxmlformats.org/officeDocument/2006/relationships/chart" Target="/ppt/slides/charts/chart1.xml" Id="R8e6f63f827754068" /><Relationship Type="http://schemas.openxmlformats.org/officeDocument/2006/relationships/notesSlide" Target="/ppt/notesSlides/notesSlide5.xml" Id="R5d776c03d99148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72f830d169d4359" /><Relationship Type="http://schemas.openxmlformats.org/officeDocument/2006/relationships/image" Target="/ppt/media/image2.png" Id="Rfed80f7f24164a3a" /><Relationship Type="http://schemas.openxmlformats.org/officeDocument/2006/relationships/hyperlink" Target="https://www.mha.gov.in/MHA1/Par2017/pdfs/par2022-pdfs/RS27072022/1197.pdf" TargetMode="External" Id="R9faee2ecee104d7c" /><Relationship Type="http://schemas.openxmlformats.org/officeDocument/2006/relationships/hyperlink" Target="https://www.mha.gov.in/MHA1/Par2017/pdfs/par2022-pdfs/RS27072022/1197.pdf" TargetMode="External" Id="R3cc89172d5fd4976" /><Relationship Type="http://schemas.openxmlformats.org/officeDocument/2006/relationships/hyperlink" Target="https://www.mha.gov.in/MHA1/Par2017/pdfs/par2022-pdfs/RS27072022/1197.pdf" TargetMode="External" Id="R4a642f3b4757461c" /><Relationship Type="http://schemas.openxmlformats.org/officeDocument/2006/relationships/hyperlink" Target="https://www.mha.gov.in/MHA1/Par2017/pdfs/par2022-pdfs/RS27072022/1197.pdf" TargetMode="External" Id="Rb1db6e1cbc4140a1" /><Relationship Type="http://schemas.openxmlformats.org/officeDocument/2006/relationships/hyperlink" Target="https://www.pib.gov.in/PressReleasePage.aspx?PRID=1813993" TargetMode="External" Id="R7cc120bb5aa54030" /><Relationship Type="http://schemas.openxmlformats.org/officeDocument/2006/relationships/hyperlink" Target="https://www.pib.gov.in/PressReleasePage.aspx?PRID=1813993" TargetMode="External" Id="Rf515ef1c82e748d5" /><Relationship Type="http://schemas.openxmlformats.org/officeDocument/2006/relationships/hyperlink" Target="https://www.pib.gov.in/PressReleasePage.aspx?PRID=1813993" TargetMode="External" Id="R527756f9031d4b04" /><Relationship Type="http://schemas.openxmlformats.org/officeDocument/2006/relationships/hyperlink" Target="https://www.pib.gov.in/PressReleasePage.aspx?PRID=1813993" TargetMode="External" Id="R4f22be6c4f7b472e" /><Relationship Type="http://schemas.openxmlformats.org/officeDocument/2006/relationships/hyperlink" Target="https://mausam.imd.gov.in/" TargetMode="External" Id="R4ce531822b5e4bf7" /><Relationship Type="http://schemas.openxmlformats.org/officeDocument/2006/relationships/hyperlink" Target="https://mausam.imd.gov.in/" TargetMode="External" Id="R5457cdb8b9944ebd" /><Relationship Type="http://schemas.openxmlformats.org/officeDocument/2006/relationships/hyperlink" Target="https://mausam.imd.gov.in/" TargetMode="External" Id="Re3c672bd552d45cb" /><Relationship Type="http://schemas.openxmlformats.org/officeDocument/2006/relationships/hyperlink" Target="https://mausam.imd.gov.in/" TargetMode="External" Id="Rde5dec921f964f95" /><Relationship Type="http://schemas.openxmlformats.org/officeDocument/2006/relationships/hyperlink" Target="https://www.mosdac.gov.in/look/DOCS/mosdac-data-guidelines_english.pdf" TargetMode="External" Id="R0825e68f9b054ddc" /><Relationship Type="http://schemas.openxmlformats.org/officeDocument/2006/relationships/hyperlink" Target="https://www.mosdac.gov.in/look/DOCS/mosdac-data-guidelines_english.pdf" TargetMode="External" Id="Rd612a61abf3c48f8" /><Relationship Type="http://schemas.openxmlformats.org/officeDocument/2006/relationships/hyperlink" Target="https://www.mosdac.gov.in/look/DOCS/mosdac-data-guidelines_english.pdf" TargetMode="External" Id="R7673306616c94e4d" /><Relationship Type="http://schemas.openxmlformats.org/officeDocument/2006/relationships/hyperlink" Target="https://www.mosdac.gov.in/look/DOCS/mosdac-data-guidelines_english.pdf" TargetMode="External" Id="R88cde33e201f45cf" /><Relationship Type="http://schemas.openxmlformats.org/officeDocument/2006/relationships/hyperlink" Target="https://incois.gov.in/essdp/ViewMetadata?fileid=05f2bab9-054f-45cf-b77d-1eaf089252ff" TargetMode="External" Id="R7d9a3c073a1d4d5e" /><Relationship Type="http://schemas.openxmlformats.org/officeDocument/2006/relationships/hyperlink" Target="https://incois.gov.in/essdp/ViewMetadata?fileid=05f2bab9-054f-45cf-b77d-1eaf089252ff" TargetMode="External" Id="Ra09f42a2567347e0" /><Relationship Type="http://schemas.openxmlformats.org/officeDocument/2006/relationships/hyperlink" Target="https://incois.gov.in/essdp/ViewMetadata?fileid=05f2bab9-054f-45cf-b77d-1eaf089252ff" TargetMode="External" Id="R71cd5bd9eaf741b4" /><Relationship Type="http://schemas.openxmlformats.org/officeDocument/2006/relationships/hyperlink" Target="https://incois.gov.in/essdp/ViewMetadata?fileid=05f2bab9-054f-45cf-b77d-1eaf089252ff" TargetMode="External" Id="Rb88949e809ce4089" /><Relationship Type="http://schemas.openxmlformats.org/officeDocument/2006/relationships/hyperlink" Target="https://incois.gov.in/essdp/ViewMetadata?fileid=05f2bab9-054f-45cf-b77d-1eaf089252ff" TargetMode="External" Id="R17bde81bc7094e9f" /><Relationship Type="http://schemas.openxmlformats.org/officeDocument/2006/relationships/hyperlink" Target="https://www.earthdata.nasa.gov/data/catalog/ges-disc-gpm-3imerghh-07" TargetMode="External" Id="Rf9c467dac5444a85" /><Relationship Type="http://schemas.openxmlformats.org/officeDocument/2006/relationships/hyperlink" Target="https://www.earthdata.nasa.gov/data/catalog/ges-disc-gpm-3imerghh-07" TargetMode="External" Id="R714897098bd54967" /><Relationship Type="http://schemas.openxmlformats.org/officeDocument/2006/relationships/hyperlink" Target="https://www.earthdata.nasa.gov/data/catalog/ges-disc-gpm-3imerghh-07" TargetMode="External" Id="R8d6129699e334aa3" /><Relationship Type="http://schemas.openxmlformats.org/officeDocument/2006/relationships/hyperlink" Target="https://www.earthdata.nasa.gov/data/catalog/ges-disc-gpm-3imerghh-07" TargetMode="External" Id="Rcc8b958772cb49b6" /><Relationship Type="http://schemas.openxmlformats.org/officeDocument/2006/relationships/hyperlink" Target="https://www.earthdata.nasa.gov/data/catalog/ges-disc-gpm-3imerghh-07" TargetMode="External" Id="R55b687e3e2d44dfa" /><Relationship Type="http://schemas.openxmlformats.org/officeDocument/2006/relationships/hyperlink" Target="https://open-meteo.com/en/docs" TargetMode="External" Id="R5b6652db20d44897" /><Relationship Type="http://schemas.openxmlformats.org/officeDocument/2006/relationships/hyperlink" Target="https://open-meteo.com/en/docs" TargetMode="External" Id="R6370f97000264336" /><Relationship Type="http://schemas.openxmlformats.org/officeDocument/2006/relationships/hyperlink" Target="https://open-meteo.com/en/docs" TargetMode="External" Id="R16396249a5ca4517" /><Relationship Type="http://schemas.openxmlformats.org/officeDocument/2006/relationships/hyperlink" Target="https://open-meteo.com/en/docs" TargetMode="External" Id="R3d65237e9af14b05" /><Relationship Type="http://schemas.openxmlformats.org/officeDocument/2006/relationships/hyperlink" Target="https://mausam.imd.gov.in/imd_latest/contents/pdf/forecasting_sop.pdf" TargetMode="External" Id="Rb7bbfc31a6cd45bb" /><Relationship Type="http://schemas.openxmlformats.org/officeDocument/2006/relationships/hyperlink" Target="https://mausam.imd.gov.in/imd_latest/contents/pdf/forecasting_sop.pdf" TargetMode="External" Id="R7fb4d7e00e8a417f" /><Relationship Type="http://schemas.openxmlformats.org/officeDocument/2006/relationships/hyperlink" Target="https://mausam.imd.gov.in/imd_latest/contents/pdf/forecasting_sop.pdf" TargetMode="External" Id="Rf3666983e2264b0a" /><Relationship Type="http://schemas.openxmlformats.org/officeDocument/2006/relationships/hyperlink" Target="https://mausam.imd.gov.in/imd_latest/contents/pdf/forecasting_sop.pdf" TargetMode="External" Id="Rf451eee39b4a4ef8" /><Relationship Type="http://schemas.openxmlformats.org/officeDocument/2006/relationships/hyperlink" Target="https://arxiv.org/abs/1506.04214" TargetMode="External" Id="Re17ada7b773c4f67" /><Relationship Type="http://schemas.openxmlformats.org/officeDocument/2006/relationships/hyperlink" Target="https://arxiv.org/abs/1506.04214" TargetMode="External" Id="R0e38cdea8c3448b5" /><Relationship Type="http://schemas.openxmlformats.org/officeDocument/2006/relationships/hyperlink" Target="https://arxiv.org/abs/1506.04214" TargetMode="External" Id="R7a2c1db3099f4822" /><Relationship Type="http://schemas.openxmlformats.org/officeDocument/2006/relationships/hyperlink" Target="https://arxiv.org/abs/1506.04214" TargetMode="External" Id="Reacf35cb17374a50" /><Relationship Type="http://schemas.openxmlformats.org/officeDocument/2006/relationships/hyperlink" Target="https://docs.wradlib.org/en/2.0.0/notebooks/basics/wradlib_workflow.html" TargetMode="External" Id="R0bb5b2263f894d9b" /><Relationship Type="http://schemas.openxmlformats.org/officeDocument/2006/relationships/hyperlink" Target="https://docs.wradlib.org/en/2.0.0/notebooks/basics/wradlib_workflow.html" TargetMode="External" Id="R4aa20531d62743c8" /><Relationship Type="http://schemas.openxmlformats.org/officeDocument/2006/relationships/hyperlink" Target="https://docs.wradlib.org/en/2.0.0/notebooks/basics/wradlib_workflow.html" TargetMode="External" Id="R83aa1dc1e1db4048" /><Relationship Type="http://schemas.openxmlformats.org/officeDocument/2006/relationships/hyperlink" Target="https://docs.wradlib.org/en/2.0.0/notebooks/basics/wradlib_workflow.html" TargetMode="External" Id="Rbe500d4d03b44624" /><Relationship Type="http://schemas.openxmlformats.org/officeDocument/2006/relationships/hyperlink" Target="https://docs.wradlib.org/en/2.0.0/notebooks/basics/wradlib_workflow.html" TargetMode="External" Id="R83acb8a2e3a64078" /><Relationship Type="http://schemas.openxmlformats.org/officeDocument/2006/relationships/hyperlink" Target="https://journals.ametsoc.org/view/journals/wefo/37/7/WAF-D-22-0019.1.xml" TargetMode="External" Id="R9c9ddec201f54238" /><Relationship Type="http://schemas.openxmlformats.org/officeDocument/2006/relationships/hyperlink" Target="https://journals.ametsoc.org/view/journals/wefo/37/7/WAF-D-22-0019.1.xml" TargetMode="External" Id="R7652d7ac4a1b48e3" /><Relationship Type="http://schemas.openxmlformats.org/officeDocument/2006/relationships/hyperlink" Target="https://journals.ametsoc.org/view/journals/wefo/37/7/WAF-D-22-0019.1.xml" TargetMode="External" Id="R8ae83df8fae14486" /><Relationship Type="http://schemas.openxmlformats.org/officeDocument/2006/relationships/hyperlink" Target="https://journals.ametsoc.org/view/journals/wefo/37/7/WAF-D-22-0019.1.xml" TargetMode="External" Id="R774edce011a74f3c" /><Relationship Type="http://schemas.openxmlformats.org/officeDocument/2006/relationships/hyperlink" Target="https://peerj.com/articles/6257/" TargetMode="External" Id="Rb585a9502a914356" /><Relationship Type="http://schemas.openxmlformats.org/officeDocument/2006/relationships/hyperlink" Target="https://peerj.com/articles/6257/" TargetMode="External" Id="R1e7aeb5539a54cee" /><Relationship Type="http://schemas.openxmlformats.org/officeDocument/2006/relationships/hyperlink" Target="https://peerj.com/articles/6257/" TargetMode="External" Id="Rced42ec60fff402d" /><Relationship Type="http://schemas.openxmlformats.org/officeDocument/2006/relationships/hyperlink" Target="https://peerj.com/articles/6257/" TargetMode="External" Id="Rfc0c09e0dc594048" /><Relationship Type="http://schemas.openxmlformats.org/officeDocument/2006/relationships/hyperlink" Target="https://tropmet.res.in/erpas/files/active_break_selection.php" TargetMode="External" Id="Ra2d4b6be6f4644f0" /><Relationship Type="http://schemas.openxmlformats.org/officeDocument/2006/relationships/hyperlink" Target="https://tropmet.res.in/erpas/files/active_break_selection.php" TargetMode="External" Id="Rfbfbdc1485a549a7" /><Relationship Type="http://schemas.openxmlformats.org/officeDocument/2006/relationships/hyperlink" Target="https://tropmet.res.in/erpas/files/active_break_selection.php" TargetMode="External" Id="Ra8ee7d3a212d475e" /><Relationship Type="http://schemas.openxmlformats.org/officeDocument/2006/relationships/hyperlink" Target="https://tropmet.res.in/erpas/files/active_break_selection.php" TargetMode="External" Id="Rbd68e100a7cc4a79" /><Relationship Type="http://schemas.openxmlformats.org/officeDocument/2006/relationships/hyperlink" Target="https://tropmet.res.in/erpas/files/active_break_selection.php" TargetMode="External" Id="R5c76e11d5d77479b" /><Relationship Type="http://schemas.openxmlformats.org/officeDocument/2006/relationships/hyperlink" Target="https://doi.org/10.1016/j.pce.2025.104182" TargetMode="External" Id="R6bf149ae75a94907" /><Relationship Type="http://schemas.openxmlformats.org/officeDocument/2006/relationships/hyperlink" Target="https://doi.org/10.1016/j.pce.2025.104182" TargetMode="External" Id="R9334ff301a9d4dca" /><Relationship Type="http://schemas.openxmlformats.org/officeDocument/2006/relationships/hyperlink" Target="https://doi.org/10.1016/j.pce.2025.104182" TargetMode="External" Id="Red32dc1e1a9f4517" /><Relationship Type="http://schemas.openxmlformats.org/officeDocument/2006/relationships/hyperlink" Target="https://doi.org/10.1016/j.pce.2025.104182" TargetMode="External" Id="R12a77e18527e469b" /><Relationship Type="http://schemas.openxmlformats.org/officeDocument/2006/relationships/hyperlink" Target="https://doi.org/10.1016/j.pce.2025.104182" TargetMode="External" Id="R0ff418f4278c4d75" /><Relationship Type="http://schemas.openxmlformats.org/officeDocument/2006/relationships/hyperlink" Target="https://doi.org/10.1016/j.pce.2025.104182" TargetMode="External" Id="Rd5c799840d2748c5" /><Relationship Type="http://schemas.openxmlformats.org/officeDocument/2006/relationships/hyperlink" Target="https://doi.org/10.1016/j.pce.2025.104182" TargetMode="External" Id="R4beeb475273b445b" /><Relationship Type="http://schemas.openxmlformats.org/officeDocument/2006/relationships/hyperlink" Target="https://doi.org/10.1016/j.pce.2025.104182" TargetMode="External" Id="R5914a2288aef4629" /><Relationship Type="http://schemas.openxmlformats.org/officeDocument/2006/relationships/hyperlink" Target="https://doi.org/10.1016/j.pce.2025.104182" TargetMode="External" Id="R01c0a775a2594096" /><Relationship Type="http://schemas.openxmlformats.org/officeDocument/2006/relationships/hyperlink" Target="https://github.com/omansharora5/ps_2/blob/main/VALIDATION.md" TargetMode="External" Id="Raf8205df4c3748a0" /><Relationship Type="http://schemas.openxmlformats.org/officeDocument/2006/relationships/hyperlink" Target="https://github.com/omansharora5/ps_2/blob/main/VALIDATION.md" TargetMode="External" Id="R387b07de3bda4da6" /><Relationship Type="http://schemas.openxmlformats.org/officeDocument/2006/relationships/hyperlink" Target="https://github.com/omansharora5/ps_2/blob/main/VALIDATION.md" TargetMode="External" Id="Rcf72009c25514852" /><Relationship Type="http://schemas.openxmlformats.org/officeDocument/2006/relationships/hyperlink" Target="https://github.com/omansharora5/ps_2/blob/main/VALIDATION.md" TargetMode="External" Id="R884d7ac4a29941af" /><Relationship Type="http://schemas.openxmlformats.org/officeDocument/2006/relationships/hyperlink" Target="https://github.com/omansharora5/ps_2/blob/main/VALIDATION.md" TargetMode="External" Id="Re5366551d0e84faf" /><Relationship Type="http://schemas.openxmlformats.org/officeDocument/2006/relationships/hyperlink" Target="https://github.com/omansharora5/ps_2/blob/main/docs/PUBLIC_VERIFICATION_GUIDE.md" TargetMode="External" Id="R12a5694335a74fe6" /><Relationship Type="http://schemas.openxmlformats.org/officeDocument/2006/relationships/hyperlink" Target="https://github.com/omansharora5/ps_2/blob/main/docs/PUBLIC_VERIFICATION_GUIDE.md" TargetMode="External" Id="R9dbb7311389c4483" /><Relationship Type="http://schemas.openxmlformats.org/officeDocument/2006/relationships/hyperlink" Target="https://github.com/omansharora5/ps_2/blob/main/docs/PUBLIC_VERIFICATION_GUIDE.md" TargetMode="External" Id="R2e9f73b29f0443d2" /><Relationship Type="http://schemas.openxmlformats.org/officeDocument/2006/relationships/hyperlink" Target="https://github.com/omansharora5/ps_2/blob/main/docs/PUBLIC_VERIFICATION_GUIDE.md" TargetMode="External" Id="R3307c8971dc94b35" /><Relationship Type="http://schemas.openxmlformats.org/officeDocument/2006/relationships/hyperlink" Target="https://github.com/omansharora5/ps_2/blob/main/docs/PUBLIC_VERIFICATION_GUIDE.md" TargetMode="External" Id="R6ec6af2de5884454" /><Relationship Type="http://schemas.openxmlformats.org/officeDocument/2006/relationships/hyperlink" Target="https://github.com/omansharora5/ps_2/blob/main/docs/PUBLIC_VERIFICATION_GUIDE.md" TargetMode="External" Id="Ra561a1c987934839" /><Relationship Type="http://schemas.openxmlformats.org/officeDocument/2006/relationships/notesSlide" Target="/ppt/notesSlides/notesSlide6.xml" Id="Ra54f5459ef4645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050" b="1">
                <a:solidFill>
                  <a:srgbClr val="172534"/>
                </a:solidFill>
                <a:latin typeface="Arial"/>
                <a:ea typeface="Arial"/>
                <a:cs typeface="Arial"/>
              </a:rPr>
              <a:t>Radar CSI vs lead time</a:t>
            </a:r>
          </a:p>
        </c:rich>
      </c:tx>
      <c:overlay val="0"/>
      <c:txPr>
        <a:bodyPr xmlns:a="http://schemas.openxmlformats.org/drawingml/2006/main" anchorCtr="1"/>
        <a:lstStyle xmlns:a="http://schemas.openxmlformats.org/drawingml/2006/main"/>
        <a:p xmlns:a="http://schemas.openxmlformats.org/drawingml/2006/main">
          <a:pPr>
            <a:defRPr sz="1050" b="1">
              <a:solidFill>
                <a:srgbClr val="172534"/>
              </a:solidFill>
              <a:latin typeface="Arial"/>
              <a:ea typeface="Arial"/>
              <a:cs typeface="Arial"/>
            </a:defRPr>
          </a:pPr>
        </a:p>
      </c:txPr>
    </c:title>
    <c:plotArea>
      <c:lineChart>
        <c:grouping val="standard"/>
        <c:varyColors val="0"/>
        <c:ser>
          <c:idx val="0"/>
          <c:order val="0"/>
          <c:tx>
            <c:v>Motion</c:v>
          </c:tx>
          <c:spPr>
            <a:ln xmlns:a="http://schemas.openxmlformats.org/drawingml/2006/main" w="19050">
              <a:solidFill>
                <a:srgbClr val="0072BC"/>
              </a:solidFill>
            </a:ln>
          </c:spPr>
          <c:marker>
            <c:symbol val="circle"/>
            <c:size val="4"/>
          </c:marker>
          <c:cat>
            <c:numRef>
              <c:f>'Chart Data'!$A$2:$A$5</c:f>
              <c:numCache>
                <c:formatCode>General</c:formatCode>
                <c:ptCount val="4"/>
                <c:pt idx="0">
                  <c:v>5</c:v>
                </c:pt>
                <c:pt idx="1">
                  <c:v>10</c:v>
                </c:pt>
                <c:pt idx="2">
                  <c:v>15</c:v>
                </c:pt>
                <c:pt idx="3">
                  <c:v>20</c:v>
                </c:pt>
              </c:numCache>
            </c:numRef>
          </c:cat>
          <c:val>
            <c:numRef>
              <c:f>'Chart Data'!$B$2:$B$5</c:f>
              <c:numCache>
                <c:formatCode>0.0</c:formatCode>
                <c:ptCount val="4"/>
                <c:pt idx="0">
                  <c:v>0.710716</c:v>
                </c:pt>
                <c:pt idx="1">
                  <c:v>0.584645</c:v>
                </c:pt>
                <c:pt idx="2">
                  <c:v>0.555373</c:v>
                </c:pt>
                <c:pt idx="3">
                  <c:v>0.508291</c:v>
                </c:pt>
              </c:numCache>
            </c:numRef>
          </c:val>
        </c:ser>
        <c:ser>
          <c:idx val="1"/>
          <c:order val="1"/>
          <c:tx>
            <c:v>Persistence</c:v>
          </c:tx>
          <c:spPr>
            <a:ln xmlns:a="http://schemas.openxmlformats.org/drawingml/2006/main" w="19050">
              <a:solidFill>
                <a:srgbClr val="EF3E4E"/>
              </a:solidFill>
            </a:ln>
          </c:spPr>
          <c:marker>
            <c:symbol val="square"/>
            <c:size val="4"/>
          </c:marker>
          <c:cat>
            <c:numRef>
              <c:f>'Chart Data'!$C$2:$C$5</c:f>
              <c:numCache>
                <c:formatCode>General</c:formatCode>
                <c:ptCount val="4"/>
                <c:pt idx="0">
                  <c:v>5</c:v>
                </c:pt>
                <c:pt idx="1">
                  <c:v>10</c:v>
                </c:pt>
                <c:pt idx="2">
                  <c:v>15</c:v>
                </c:pt>
                <c:pt idx="3">
                  <c:v>20</c:v>
                </c:pt>
              </c:numCache>
            </c:numRef>
          </c:cat>
          <c:val>
            <c:numRef>
              <c:f>'Chart Data'!$D$2:$D$5</c:f>
              <c:numCache>
                <c:formatCode>0.0</c:formatCode>
                <c:ptCount val="4"/>
                <c:pt idx="0">
                  <c:v>0.637651</c:v>
                </c:pt>
                <c:pt idx="1">
                  <c:v>0.550681</c:v>
                </c:pt>
                <c:pt idx="2">
                  <c:v>0.506571</c:v>
                </c:pt>
                <c:pt idx="3">
                  <c:v>0.488428</c:v>
                </c:pt>
              </c:numCache>
            </c:numRef>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50">
                    <a:latin typeface="Arial"/>
                    <a:ea typeface="Arial"/>
                    <a:cs typeface="Arial"/>
                  </a:rPr>
                  <a:t>Lead time (minutes)</a:t>
                </a:r>
              </a:p>
            </c:rich>
          </c:tx>
          <c:overlay val="0"/>
          <c:txPr>
            <a:bodyPr xmlns:a="http://schemas.openxmlformats.org/drawingml/2006/main" anchorCtr="1"/>
            <a:lstStyle xmlns:a="http://schemas.openxmlformats.org/drawingml/2006/main"/>
            <a:p xmlns:a="http://schemas.openxmlformats.org/drawingml/2006/main">
              <a:pPr>
                <a:defRPr sz="7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DDE5E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Arial"/>
                <a:ea typeface="Arial"/>
                <a:cs typeface="Arial"/>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17253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0" name="Google Shape;60;p1">
            <a:extLst xmlns:a="http://schemas.openxmlformats.org/drawingml/2006/main">
              <a:ext uri="{FF2B5EF4-FFF2-40B4-BE49-F238E27FC236}">
                <a16:creationId xmlns:a16="http://schemas.microsoft.com/office/drawing/2014/main" id="{E4CA7887-5017-4709-BB15-A04B72011902}"/>
              </a:ext>
            </a:extLst>
          </p:cNvPr>
          <p:cNvSpPr>
            <a:spLocks xmlns:a="http://schemas.openxmlformats.org/drawingml/2006/main" noGrp="1"/>
          </p:cNvSpPr>
          <p:nvPr/>
        </p:nvSpPr>
        <p:spPr>
          <a:xfrm xmlns:a="http://schemas.openxmlformats.org/drawingml/2006/main">
            <a:off x="5904180" y="1576146"/>
            <a:ext cx="4638605" cy="5154967"/>
          </a:xfrm>
          <a:custGeom xmlns:a="http://schemas.openxmlformats.org/drawingml/2006/main">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rgbClr val="7F7F7F">
              <a:alpha val="14902"/>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a:solidFill>
                <a:srgbClr val="FFFFFF"/>
              </a:solidFill>
              <a:latin typeface="Calibri"/>
              <a:ea typeface="Calibri"/>
              <a:cs typeface="Calibri"/>
            </a:endParaRPr>
          </a:p>
        </p:txBody>
      </p:sp>
      <p:pic>
        <p:nvPicPr>
          <p:cNvPr id="68" name="Google Shape;61;p1"/>
          <p:cNvPicPr>
            <a:picLocks xmlns:a="http://schemas.openxmlformats.org/drawingml/2006/main" noChangeAspect="1"/>
          </p:cNvPicPr>
          <p:nvPr/>
        </p:nvPicPr>
        <p:blipFill rotWithShape="1">
          <a:blip xmlns:r="http://schemas.openxmlformats.org/officeDocument/2006/relationships" xmlns:a="http://schemas.openxmlformats.org/drawingml/2006/main" r:embed="Rc301ffc815eb4a50">
            <a:alphaModFix amt="38000"/>
          </a:blip>
          <a:srcRect xmlns:a="http://schemas.openxmlformats.org/drawingml/2006/main" l="0" t="0" r="59917" b="0"/>
          <a:stretch xmlns:a="http://schemas.openxmlformats.org/drawingml/2006/main"/>
        </p:blipFill>
        <p:spPr>
          <a:xfrm xmlns:a="http://schemas.openxmlformats.org/drawingml/2006/main">
            <a:off x="7124441" y="2706318"/>
            <a:ext cx="3203507" cy="3426237"/>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0"/>
              </a:srgbClr>
            </a:outerShdw>
          </a:effectLst>
        </p:spPr>
      </p:pic>
      <p:sp>
        <p:nvSpPr>
          <p:cNvPr id="62" name="Google Shape;62;p1">
            <a:extLst xmlns:a="http://schemas.openxmlformats.org/drawingml/2006/main">
              <a:ext uri="{FF2B5EF4-FFF2-40B4-BE49-F238E27FC236}">
                <a16:creationId xmlns:a16="http://schemas.microsoft.com/office/drawing/2014/main" id="{9A46C8AD-744A-4EB7-8D07-71472E056814}"/>
              </a:ext>
            </a:extLst>
          </p:cNvPr>
          <p:cNvSpPr>
            <a:spLocks xmlns:a="http://schemas.openxmlformats.org/drawingml/2006/main" noGrp="1"/>
          </p:cNvSpPr>
          <p:nvPr/>
        </p:nvSpPr>
        <p:spPr>
          <a:xfrm xmlns:a="http://schemas.openxmlformats.org/drawingml/2006/main">
            <a:off x="2335486" y="447089"/>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200"/>
              <a:buFont typeface="Arial"/>
              <a:buNone/>
            </a:pPr>
            <a:r>
              <a:t/>
            </a:r>
            <a:endParaRPr sz="3200" b="1" i="0" u="none" strike="noStrike" cap="none">
              <a:solidFill>
                <a:srgbClr val="000000"/>
              </a:solidFill>
              <a:latin typeface="Times New Roman"/>
              <a:ea typeface="Times New Roman"/>
              <a:cs typeface="Times New Roman"/>
            </a:endParaRPr>
          </a:p>
          <a:p xmlns:a="http://schemas.openxmlformats.org/drawingml/2006/main">
            <a:pPr marL="0" marR="0" lvl="0" indent="0" algn="ctr">
              <a:lnSpc>
                <a:spcPct val="100000"/>
              </a:lnSpc>
              <a:spcBef>
                <a:spcPts val="640"/>
              </a:spcBef>
              <a:spcAft>
                <a:spcPts val="0"/>
              </a:spcAft>
              <a:buClr>
                <a:srgbClr val="000000"/>
              </a:buClr>
              <a:buSzPts val="3200"/>
              <a:buFont typeface="Arial"/>
              <a:buNone/>
            </a:pPr>
            <a:r>
              <a:rPr sz="3200" b="1" i="0" u="none" strike="noStrike" cap="none">
                <a:solidFill>
                  <a:srgbClr val="000000"/>
                </a:solidFill>
                <a:latin typeface="Times New Roman"/>
                <a:ea typeface="Times New Roman"/>
                <a:cs typeface="Times New Roman"/>
              </a:rPr>
              <a:t>TITLE PAGE</a:t>
            </a:r>
            <a:endParaRPr sz="3200" b="1" i="0" u="none" strike="noStrike" cap="none">
              <a:solidFill>
                <a:srgbClr val="000000"/>
              </a:solidFill>
              <a:latin typeface="Times New Roman"/>
              <a:ea typeface="Times New Roman"/>
              <a:cs typeface="Times New Roman"/>
            </a:endParaRPr>
          </a:p>
        </p:txBody>
      </p:sp>
      <p:sp>
        <p:nvSpPr>
          <p:cNvPr id="63" name="Google Shape;63;p1">
            <a:extLst xmlns:a="http://schemas.openxmlformats.org/drawingml/2006/main">
              <a:ext uri="{FF2B5EF4-FFF2-40B4-BE49-F238E27FC236}">
                <a16:creationId xmlns:a16="http://schemas.microsoft.com/office/drawing/2014/main" id="{E689FABF-E643-4EBB-B93C-4DEB7E4C77E1}"/>
              </a:ext>
            </a:extLst>
          </p:cNvPr>
          <p:cNvSpPr>
            <a:spLocks xmlns:a="http://schemas.openxmlformats.org/drawingml/2006/main" noGrp="1"/>
          </p:cNvSpPr>
          <p:nvPr/>
        </p:nvSpPr>
        <p:spPr>
          <a:xfrm xmlns:a="http://schemas.openxmlformats.org/drawingml/2006/main">
            <a:off x="331286" y="-526757"/>
            <a:ext cx="10363200" cy="207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000"/>
              <a:buFont typeface="Arial"/>
              <a:buNone/>
            </a:pPr>
            <a:r>
              <a:rPr sz="4000" b="1" i="0" u="none" strike="noStrike" cap="none">
                <a:solidFill>
                  <a:srgbClr val="1F497D"/>
                </a:solidFill>
                <a:latin typeface="Garamond"/>
                <a:ea typeface="Garamond"/>
                <a:cs typeface="Garamond"/>
              </a:rPr>
              <a:t>SMART INDIA HACKATHON 2026</a:t>
            </a:r>
            <a:endParaRPr sz="4000" b="1" i="0" u="none" strike="noStrike" cap="none">
              <a:solidFill>
                <a:srgbClr val="1F497D"/>
              </a:solidFill>
              <a:latin typeface="Garamond"/>
              <a:ea typeface="Garamond"/>
              <a:cs typeface="Garamond"/>
            </a:endParaRPr>
          </a:p>
        </p:txBody>
      </p:sp>
      <p:sp>
        <p:nvSpPr>
          <p:cNvPr id="64" name="Google Shape;64;p1">
            <a:extLst xmlns:a="http://schemas.openxmlformats.org/drawingml/2006/main">
              <a:ext uri="{FF2B5EF4-FFF2-40B4-BE49-F238E27FC236}">
                <a16:creationId xmlns:a16="http://schemas.microsoft.com/office/drawing/2014/main" id="{82144BA2-7069-4567-917A-5E53BA694CDF}"/>
              </a:ext>
            </a:extLst>
          </p:cNvPr>
          <p:cNvSpPr>
            <a:spLocks xmlns:a="http://schemas.openxmlformats.org/drawingml/2006/main" noGrp="1"/>
          </p:cNvSpPr>
          <p:nvPr/>
        </p:nvSpPr>
        <p:spPr>
          <a:xfrm xmlns:a="http://schemas.openxmlformats.org/drawingml/2006/main">
            <a:off x="-84652" y="1445844"/>
            <a:ext cx="12030000" cy="527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strike="noStrike" cap="none">
              <a:solidFill>
                <a:srgbClr val="000000"/>
              </a:solidFill>
              <a:latin typeface="Calibri"/>
              <a:ea typeface="Calibri"/>
              <a:cs typeface="Calibri"/>
            </a:endParaRPr>
          </a:p>
          <a:p xmlns:a="http://schemas.openxmlformats.org/drawingml/2006/main">
            <a:pPr marL="457200" marR="0" lvl="0" indent="-361950" algn="just">
              <a:lnSpc>
                <a:spcPct val="200000"/>
              </a:lnSpc>
              <a:spcBef>
                <a:spcPts val="0"/>
              </a:spcBef>
              <a:spcAft>
                <a:spcPts val="0"/>
              </a:spcAft>
              <a:buClr>
                <a:srgbClr val="000000"/>
              </a:buClr>
              <a:buSzPts val="2100"/>
              <a:buFont typeface="Arial"/>
              <a:buChar char="•"/>
            </a:pPr>
            <a:r>
              <a:rPr sz="2400" b="1" i="0" u="none" strike="noStrike" cap="none">
                <a:solidFill>
                  <a:srgbClr val="000000"/>
                </a:solidFill>
                <a:latin typeface="Arial"/>
                <a:ea typeface="Arial"/>
                <a:cs typeface="Arial"/>
              </a:rPr>
              <a:t>Problem Statement ID – </a:t>
            </a:r>
            <a:r>
              <a:rPr sz="2400" b="0" i="0" u="none" strike="noStrike" cap="none">
                <a:solidFill>
                  <a:srgbClr val="212529"/>
                </a:solidFill>
                <a:latin typeface="Arial"/>
                <a:ea typeface="Arial"/>
                <a:cs typeface="Arial"/>
              </a:rPr>
              <a:t>SIH26072</a:t>
            </a:r>
            <a:r>
              <a:rPr sz="2800" b="1" i="0" u="none" strike="noStrike" cap="none">
                <a:solidFill>
                  <a:srgbClr val="000000"/>
                </a:solidFill>
                <a:latin typeface="Arial"/>
                <a:ea typeface="Arial"/>
                <a:cs typeface="Arial"/>
              </a:rPr>
              <a:t> </a:t>
            </a:r>
            <a:endParaRPr sz="3100" b="1" i="0" u="none" strike="noStrike" cap="none">
              <a:solidFill>
                <a:srgbClr val="000000"/>
              </a:solidFill>
              <a:latin typeface="Arial"/>
              <a:ea typeface="Arial"/>
              <a:cs typeface="Arial"/>
            </a:endParaRPr>
          </a:p>
          <a:p xmlns:a="http://schemas.openxmlformats.org/drawingml/2006/main">
            <a:pPr marL="457200" marR="0" lvl="0" indent="-361950" algn="just">
              <a:lnSpc>
                <a:spcPct val="100000"/>
              </a:lnSpc>
              <a:spcBef>
                <a:spcPts val="0"/>
              </a:spcBef>
              <a:spcAft>
                <a:spcPts val="0"/>
              </a:spcAft>
              <a:buClr>
                <a:srgbClr val="000000"/>
              </a:buClr>
              <a:buSzPts val="2100"/>
              <a:buFont typeface="Arial"/>
              <a:buChar char="•"/>
            </a:pPr>
            <a:r>
              <a:rPr sz="2400" b="1" i="0" u="none" strike="noStrike" cap="none">
                <a:solidFill>
                  <a:srgbClr val="000000"/>
                </a:solidFill>
                <a:latin typeface="Arial"/>
                <a:ea typeface="Arial"/>
                <a:cs typeface="Arial"/>
              </a:rPr>
              <a:t>Problem Statement Title - </a:t>
            </a:r>
            <a:r>
              <a:rPr sz="2400" b="0" i="0" u="none" strike="noStrike" cap="none">
                <a:solidFill>
                  <a:srgbClr val="172534"/>
                </a:solidFill>
                <a:latin typeface="Arial"/>
                <a:ea typeface="Arial"/>
                <a:cs typeface="Arial"/>
              </a:rPr>
              <a:t>AIML based Nowcasting of thunderstorm and lightning using atmospheric observation including multiple radars, satellite, lightning and model data.</a:t>
            </a:r>
            <a:r>
              <a:rPr sz="2200" b="0" i="0" u="none" strike="noStrike" cap="none">
                <a:solidFill>
                  <a:srgbClr val="212529"/>
                </a:solidFill>
                <a:highlight>
                  <a:srgbClr val="FFFFFF"/>
                </a:highlight>
                <a:latin typeface="Times New Roman"/>
                <a:ea typeface="Times New Roman"/>
                <a:cs typeface="Times New Roman"/>
              </a:rPr>
              <a:t> </a:t>
            </a:r>
            <a:endParaRPr sz="2200" b="0" i="0" u="none" strike="noStrike" cap="none">
              <a:solidFill>
                <a:srgbClr val="212529"/>
              </a:solidFill>
              <a:highlight>
                <a:srgbClr val="FFFFFF"/>
              </a:highlight>
              <a:latin typeface="Times New Roman"/>
              <a:ea typeface="Times New Roman"/>
              <a:cs typeface="Times New Roman"/>
            </a:endParaRPr>
          </a:p>
          <a:p xmlns:a="http://schemas.openxmlformats.org/drawingml/2006/main">
            <a:pPr marL="457200" marR="0" lvl="0" indent="0" algn="just">
              <a:lnSpc>
                <a:spcPct val="100000"/>
              </a:lnSpc>
              <a:spcBef>
                <a:spcPts val="0"/>
              </a:spcBef>
              <a:spcAft>
                <a:spcPts val="0"/>
              </a:spcAft>
              <a:buClr>
                <a:srgbClr val="000000"/>
              </a:buClr>
              <a:buSzPts val="2200"/>
              <a:buFont typeface="Arial"/>
              <a:buNone/>
            </a:pPr>
            <a:r>
              <a:t/>
            </a:r>
            <a:endParaRPr sz="2200" b="0" i="0" u="none" strike="noStrike" cap="none">
              <a:solidFill>
                <a:srgbClr val="212529"/>
              </a:solidFill>
              <a:highlight>
                <a:srgbClr val="FFFFFF"/>
              </a:highlight>
              <a:latin typeface="Times New Roman"/>
              <a:ea typeface="Times New Roman"/>
              <a:cs typeface="Times New Roman"/>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Theme-</a:t>
            </a:r>
            <a:r>
              <a:rPr sz="2400" b="0" i="0" u="none" strike="noStrike" cap="none">
                <a:solidFill>
                  <a:srgbClr val="000000"/>
                </a:solidFill>
                <a:latin typeface="Arial"/>
                <a:ea typeface="Arial"/>
                <a:cs typeface="Arial"/>
              </a:rPr>
              <a:t> </a:t>
            </a:r>
            <a:r>
              <a:rPr sz="2400" b="0" i="0" u="none" strike="noStrike" cap="none">
                <a:solidFill>
                  <a:srgbClr val="212529"/>
                </a:solidFill>
                <a:latin typeface="Arial"/>
                <a:ea typeface="Arial"/>
                <a:cs typeface="Arial"/>
              </a:rPr>
              <a:t>Disaster Management</a:t>
            </a:r>
            <a:r>
              <a:rPr sz="2400" b="0" i="0" u="none" strike="noStrike" cap="none">
                <a:solidFill>
                  <a:srgbClr val="000000"/>
                </a:solidFill>
                <a:latin typeface="Arial"/>
                <a:ea typeface="Arial"/>
                <a:cs typeface="Arial"/>
              </a:rPr>
              <a:t> </a:t>
            </a:r>
            <a:endParaRPr sz="2400" b="0" i="0" u="none" strike="noStrike" cap="none">
              <a:solidFill>
                <a:srgbClr val="000000"/>
              </a:solidFill>
              <a:latin typeface="Arial"/>
              <a:ea typeface="Arial"/>
              <a:cs typeface="Arial"/>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PS Category-</a:t>
            </a:r>
            <a:r>
              <a:rPr sz="2400" b="0" i="0" u="none" strike="noStrike" cap="none">
                <a:solidFill>
                  <a:srgbClr val="000000"/>
                </a:solidFill>
                <a:latin typeface="Arial"/>
                <a:ea typeface="Arial"/>
                <a:cs typeface="Arial"/>
              </a:rPr>
              <a:t> Software</a:t>
            </a:r>
            <a:endParaRPr sz="2400" b="0" i="0" u="none" strike="noStrike" cap="none">
              <a:solidFill>
                <a:srgbClr val="000000"/>
              </a:solidFill>
              <a:latin typeface="Arial"/>
              <a:ea typeface="Arial"/>
              <a:cs typeface="Arial"/>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Team ID- </a:t>
            </a:r>
            <a:endParaRPr sz="1400" b="0" i="0" u="none" strike="noStrike" cap="none">
              <a:solidFill>
                <a:srgbClr val="000000"/>
              </a:solidFill>
              <a:latin typeface="Arial"/>
              <a:ea typeface="Arial"/>
              <a:cs typeface="Arial"/>
            </a:endParaRPr>
          </a:p>
          <a:p xmlns:a="http://schemas.openxmlformats.org/drawingml/2006/main">
            <a:pPr marL="457200" marR="0" lvl="0" indent="-381000" algn="just">
              <a:lnSpc>
                <a:spcPct val="200000"/>
              </a:lnSpc>
              <a:spcBef>
                <a:spcPts val="0"/>
              </a:spcBef>
              <a:spcAft>
                <a:spcPts val="0"/>
              </a:spcAft>
              <a:buClr>
                <a:srgbClr val="000000"/>
              </a:buClr>
              <a:buSzPts val="2400"/>
              <a:buFont typeface="Arial"/>
              <a:buChar char="•"/>
            </a:pPr>
            <a:r>
              <a:rPr sz="2400" b="1" i="0" u="none" strike="noStrike" cap="none">
                <a:solidFill>
                  <a:srgbClr val="000000"/>
                </a:solidFill>
                <a:latin typeface="Arial"/>
                <a:ea typeface="Arial"/>
                <a:cs typeface="Arial"/>
              </a:rPr>
              <a:t>Team Name - </a:t>
            </a:r>
            <a:r>
              <a:rPr sz="2400" b="0" i="0" u="none" strike="noStrike" cap="none">
                <a:solidFill>
                  <a:srgbClr val="000000"/>
                </a:solidFill>
                <a:latin typeface="Arial"/>
                <a:ea typeface="Arial"/>
                <a:cs typeface="Arial"/>
              </a:rPr>
              <a:t>Tensor Titian</a:t>
            </a:r>
            <a:endParaRPr sz="2400" b="0" i="0" u="none" strike="noStrike" cap="none">
              <a:solidFill>
                <a:srgbClr val="000000"/>
              </a:solidFill>
              <a:latin typeface="Arial"/>
              <a:ea typeface="Arial"/>
              <a:cs typeface="Arial"/>
            </a:endParaRPr>
          </a:p>
        </p:txBody>
      </p:sp>
      <p:pic>
        <p:nvPicPr>
          <p:cNvPr id="72" name="Google Shape;65;p1"/>
          <p:cNvPicPr>
            <a:picLocks xmlns:a="http://schemas.openxmlformats.org/drawingml/2006/main" noChangeAspect="1"/>
          </p:cNvPicPr>
          <p:nvPr/>
        </p:nvPicPr>
        <p:blipFill rotWithShape="1">
          <a:blip xmlns:r="http://schemas.openxmlformats.org/officeDocument/2006/relationships" xmlns:a="http://schemas.openxmlformats.org/drawingml/2006/main" r:embed="Re72ec55e1d8e4145">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811778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CB466183-5DF8-4057-85C5-3FEE2517BD03}"/>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71" name="Google Shape;71;p2">
            <a:extLst xmlns:a="http://schemas.openxmlformats.org/drawingml/2006/main">
              <a:ext uri="{FF2B5EF4-FFF2-40B4-BE49-F238E27FC236}">
                <a16:creationId xmlns:a16="http://schemas.microsoft.com/office/drawing/2014/main" id="{8CCC40AE-B335-4E1A-AF7F-7E09698AD20A}"/>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72" name="Google Shape;72;p2">
            <a:extLst xmlns:a="http://schemas.openxmlformats.org/drawingml/2006/main">
              <a:ext uri="{FF2B5EF4-FFF2-40B4-BE49-F238E27FC236}">
                <a16:creationId xmlns:a16="http://schemas.microsoft.com/office/drawing/2014/main" id="{9C20083C-9444-49F2-8E67-D00F5CF20D65}"/>
              </a:ext>
            </a:extLst>
          </p:cNvPr>
          <p:cNvSpPr>
            <a:spLocks xmlns:a="http://schemas.openxmlformats.org/drawingml/2006/main" noGrp="1"/>
          </p:cNvSpPr>
          <p:nvPr>
            <p:ph type="title" idx="0"/>
          </p:nvPr>
        </p:nvSpPr>
        <p:spPr>
          <a:xfrm xmlns:a="http://schemas.openxmlformats.org/drawingml/2006/main">
            <a:off x="2994950" y="-53057"/>
            <a:ext cx="6019800" cy="81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Clr>
                <a:schemeClr val="dk1"/>
              </a:buClr>
              <a:buSzPct val="55556"/>
              <a:buFont typeface="Arial"/>
              <a:buNone/>
            </a:pPr>
            <a:r>
              <a:rPr sz="3600" b="1">
                <a:solidFill>
                  <a:schemeClr val="dk1"/>
                </a:solidFill>
                <a:latin typeface="Times New Roman"/>
                <a:ea typeface="Times New Roman"/>
                <a:cs typeface="Times New Roman"/>
              </a:rPr>
              <a:t>IDEA TITLE: VAJRA</a:t>
            </a:r>
            <a:endParaRPr/>
          </a:p>
        </p:txBody>
      </p:sp>
      <p:sp>
        <p:nvSpPr>
          <p:cNvPr id="73" name="Google Shape;73;p2">
            <a:extLst xmlns:a="http://schemas.openxmlformats.org/drawingml/2006/main">
              <a:ext uri="{FF2B5EF4-FFF2-40B4-BE49-F238E27FC236}">
                <a16:creationId xmlns:a16="http://schemas.microsoft.com/office/drawing/2014/main" id="{92FFF961-F3AA-4537-B463-62A6E2A85483}"/>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74" name="Google Shape;74;p2">
            <a:extLst xmlns:a="http://schemas.openxmlformats.org/drawingml/2006/main">
              <a:ext uri="{FF2B5EF4-FFF2-40B4-BE49-F238E27FC236}">
                <a16:creationId xmlns:a16="http://schemas.microsoft.com/office/drawing/2014/main" id="{F5BA0880-91B5-491E-84E7-1A49D588B83A}"/>
              </a:ext>
            </a:extLst>
          </p:cNvPr>
          <p:cNvSpPr>
            <a:spLocks xmlns:a="http://schemas.openxmlformats.org/drawingml/2006/main" noGrp="1"/>
          </p:cNvSpPr>
          <p:nvPr/>
        </p:nvSpPr>
        <p:spPr>
          <a:xfrm xmlns:a="http://schemas.openxmlformats.org/drawingml/2006/main">
            <a:off x="172975" y="853150"/>
            <a:ext cx="6690300" cy="43239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5" name="Google Shape;75;p2">
            <a:extLst xmlns:a="http://schemas.openxmlformats.org/drawingml/2006/main">
              <a:ext uri="{FF2B5EF4-FFF2-40B4-BE49-F238E27FC236}">
                <a16:creationId xmlns:a16="http://schemas.microsoft.com/office/drawing/2014/main" id="{6A4865A6-A4C9-4221-B521-F5E5096CD352}"/>
              </a:ext>
            </a:extLst>
          </p:cNvPr>
          <p:cNvSpPr>
            <a:spLocks xmlns:a="http://schemas.openxmlformats.org/drawingml/2006/main" noGrp="1"/>
          </p:cNvSpPr>
          <p:nvPr/>
        </p:nvSpPr>
        <p:spPr>
          <a:xfrm xmlns:a="http://schemas.openxmlformats.org/drawingml/2006/main">
            <a:off x="331484" y="929575"/>
            <a:ext cx="60198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800"/>
              <a:buFont typeface="Arial"/>
              <a:buNone/>
            </a:pPr>
            <a:r>
              <a:rPr sz="1800" b="1" i="0" u="none" strike="noStrike" cap="none">
                <a:solidFill>
                  <a:srgbClr val="214E83"/>
                </a:solidFill>
                <a:latin typeface="Arial"/>
                <a:ea typeface="Arial"/>
                <a:cs typeface="Arial"/>
              </a:rPr>
              <a:t>Problem Definition </a:t>
            </a:r>
            <a:endParaRPr sz="1400" b="0" i="0" u="none" strike="noStrike" cap="none">
              <a:solidFill>
                <a:srgbClr val="000000"/>
              </a:solidFill>
              <a:latin typeface="Arial"/>
              <a:ea typeface="Arial"/>
              <a:cs typeface="Arial"/>
            </a:endParaRPr>
          </a:p>
        </p:txBody>
      </p:sp>
      <p:sp>
        <p:nvSpPr>
          <p:cNvPr id="76" name="Google Shape;76;p2">
            <a:extLst xmlns:a="http://schemas.openxmlformats.org/drawingml/2006/main">
              <a:ext uri="{FF2B5EF4-FFF2-40B4-BE49-F238E27FC236}">
                <a16:creationId xmlns:a16="http://schemas.microsoft.com/office/drawing/2014/main" id="{FCA6ABE8-2FDD-4BC0-8EC1-67C429A21D79}"/>
              </a:ext>
            </a:extLst>
          </p:cNvPr>
          <p:cNvSpPr>
            <a:spLocks xmlns:a="http://schemas.openxmlformats.org/drawingml/2006/main" noGrp="1"/>
          </p:cNvSpPr>
          <p:nvPr/>
        </p:nvSpPr>
        <p:spPr>
          <a:xfrm xmlns:a="http://schemas.openxmlformats.org/drawingml/2006/main">
            <a:off x="326925" y="1249700"/>
            <a:ext cx="6577500" cy="1274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10000"/>
              </a:lnSpc>
              <a:spcBef>
                <a:spcPts val="0"/>
              </a:spcBef>
              <a:spcAft>
                <a:spcPts val="0"/>
              </a:spcAft>
              <a:buClr>
                <a:srgbClr val="000000"/>
              </a:buClr>
              <a:buSzPts val="1400"/>
              <a:buFont typeface="Arial"/>
              <a:buNone/>
            </a:pPr>
            <a:r>
              <a:rPr sz="1600" b="1" i="0" u="none" strike="noStrike" cap="none">
                <a:solidFill>
                  <a:srgbClr val="000000"/>
                </a:solidFill>
                <a:latin typeface="Arial"/>
                <a:ea typeface="Arial"/>
                <a:cs typeface="Arial"/>
              </a:rPr>
              <a:t>Who needs it:</a:t>
            </a:r>
            <a:r>
              <a:rPr sz="1600" b="0" i="0" u="none" strike="noStrike" cap="none">
                <a:solidFill>
                  <a:srgbClr val="000000"/>
                </a:solidFill>
                <a:latin typeface="Arial"/>
                <a:ea typeface="Arial"/>
                <a:cs typeface="Arial"/>
              </a:rPr>
              <a:t> Weather officers and people outdoors.</a:t>
            </a:r>
            <a:endParaRPr sz="1600" b="0" i="0" u="none" strike="noStrike" cap="none">
              <a:solidFill>
                <a:srgbClr val="000000"/>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000000"/>
              </a:buClr>
              <a:buSzPts val="1400"/>
              <a:buFont typeface="Arial"/>
              <a:buNone/>
            </a:pPr>
            <a:r>
              <a:rPr sz="1600" b="1" i="0" u="none" strike="noStrike" cap="none">
                <a:solidFill>
                  <a:srgbClr val="000000"/>
                </a:solidFill>
                <a:latin typeface="Arial"/>
                <a:ea typeface="Arial"/>
                <a:cs typeface="Arial"/>
              </a:rPr>
              <a:t>Problem:</a:t>
            </a:r>
            <a:r>
              <a:rPr sz="1600" b="0" i="0" u="none" strike="noStrike" cap="none">
                <a:solidFill>
                  <a:srgbClr val="000000"/>
                </a:solidFill>
                <a:latin typeface="Arial"/>
                <a:ea typeface="Arial"/>
                <a:cs typeface="Arial"/>
              </a:rPr>
              <a:t> Storm risk can change within a broad warning area. Local decisions need recent evidence, useful lead time and clear uncertainty.</a:t>
            </a:r>
            <a:endParaRPr sz="1600" b="0" i="0" u="none" strike="noStrike" cap="none">
              <a:solidFill>
                <a:schemeClr val="dk1"/>
              </a:solidFill>
              <a:highlight>
                <a:schemeClr val="lt1"/>
              </a:highlight>
              <a:latin typeface="Arial"/>
              <a:ea typeface="Arial"/>
              <a:cs typeface="Arial"/>
            </a:endParaRPr>
          </a:p>
          <a:p xmlns:a="http://schemas.openxmlformats.org/drawingml/2006/main">
            <a:pPr marL="0" marR="0" lvl="0" indent="0" algn="l">
              <a:lnSpc>
                <a:spcPct val="110000"/>
              </a:lnSpc>
              <a:spcBef>
                <a:spcPts val="0"/>
              </a:spcBef>
              <a:spcAft>
                <a:spcPts val="0"/>
              </a:spcAft>
              <a:buClr>
                <a:srgbClr val="000000"/>
              </a:buClr>
              <a:buSzPts val="1400"/>
              <a:buFont typeface="Arial"/>
              <a:buNone/>
            </a:pPr>
            <a:r>
              <a:rPr b="1"/>
              <a:t>Evidence:</a:t>
            </a:r>
            <a:r>
              <a:rPr b="0"/>
              <a:t> India recorded 2,862 lightning deaths in 2020 [1]. Local forecast skill must be measured.</a:t>
            </a:r>
            <a:endParaRPr sz="1600" b="0" i="0" u="none" strike="noStrike" cap="none">
              <a:solidFill>
                <a:srgbClr val="000000"/>
              </a:solidFill>
              <a:latin typeface="Arial"/>
              <a:ea typeface="Arial"/>
              <a:cs typeface="Arial"/>
            </a:endParaRPr>
          </a:p>
        </p:txBody>
      </p:sp>
      <p:sp>
        <p:nvSpPr>
          <p:cNvPr id="77" name="Google Shape;77;p2">
            <a:extLst xmlns:a="http://schemas.openxmlformats.org/drawingml/2006/main">
              <a:ext uri="{FF2B5EF4-FFF2-40B4-BE49-F238E27FC236}">
                <a16:creationId xmlns:a16="http://schemas.microsoft.com/office/drawing/2014/main" id="{4F38FEBB-9EFF-4CC3-96D3-4A326D305640}"/>
              </a:ext>
            </a:extLst>
          </p:cNvPr>
          <p:cNvSpPr>
            <a:spLocks xmlns:a="http://schemas.openxmlformats.org/drawingml/2006/main" noGrp="1"/>
          </p:cNvSpPr>
          <p:nvPr/>
        </p:nvSpPr>
        <p:spPr>
          <a:xfrm xmlns:a="http://schemas.openxmlformats.org/drawingml/2006/main">
            <a:off x="309250" y="3266001"/>
            <a:ext cx="624540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00"/>
              <a:buFont typeface="Arial"/>
              <a:buNone/>
            </a:pPr>
            <a:r>
              <a:rPr sz="1500" b="0" i="0" u="none" strike="noStrike" cap="none">
                <a:solidFill>
                  <a:srgbClr val="000000"/>
                </a:solidFill>
                <a:latin typeface="Arial"/>
                <a:ea typeface="Arial"/>
                <a:cs typeface="Arial"/>
              </a:rPr>
              <a:t>A local prediction model for the next 30 minutes.</a:t>
            </a:r>
            <a:endParaRPr sz="1500" b="0" i="0" u="none" strike="noStrike" cap="none">
              <a:solidFill>
                <a:srgbClr val="000000"/>
              </a:solidFill>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rgbClr val="000000"/>
                </a:solidFill>
                <a:latin typeface="Arial"/>
                <a:ea typeface="Arial"/>
                <a:cs typeface="Arial"/>
              </a:rPr>
              <a:t>Combine radar, INSAT, lightning and weather context.</a:t>
            </a:r>
            <a:endParaRPr sz="1500" b="0" i="0" u="none" strike="noStrike" cap="none">
              <a:solidFill>
                <a:schemeClr val="dk1"/>
              </a:solidFill>
              <a:highlight>
                <a:schemeClr val="lt1"/>
              </a:highlight>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chemeClr val="dk1"/>
                </a:solidFill>
                <a:highlight>
                  <a:schemeClr val="lt1"/>
                </a:highlight>
                <a:latin typeface="Arial"/>
                <a:ea typeface="Arial"/>
                <a:cs typeface="Arial"/>
              </a:rPr>
              <a:t>Estimate risk and an onset window for each covered cell.</a:t>
            </a:r>
            <a:endParaRPr sz="1500" b="0" i="0" u="none" strike="noStrike" cap="none">
              <a:solidFill>
                <a:srgbClr val="000000"/>
              </a:solidFill>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rgbClr val="000000"/>
                </a:solidFill>
                <a:latin typeface="Arial"/>
                <a:ea typeface="Arial"/>
                <a:cs typeface="Arial"/>
              </a:rPr>
              <a:t>Show data age, gaps and reasons to the officer.</a:t>
            </a:r>
            <a:endParaRPr sz="1500" b="0" i="0" u="none" strike="noStrike" cap="none">
              <a:solidFill>
                <a:srgbClr val="000000"/>
              </a:solidFill>
              <a:latin typeface="Arial"/>
              <a:ea typeface="Arial"/>
              <a:cs typeface="Arial"/>
            </a:endParaRPr>
          </a:p>
          <a:p xmlns:a="http://schemas.openxmlformats.org/drawingml/2006/main">
            <a:pPr marL="457200" marR="0" lvl="0" indent="-323850" algn="l">
              <a:lnSpc>
                <a:spcPct val="100000"/>
              </a:lnSpc>
              <a:spcBef>
                <a:spcPts val="0"/>
              </a:spcBef>
              <a:spcAft>
                <a:spcPts val="0"/>
              </a:spcAft>
              <a:buClr>
                <a:srgbClr val="000000"/>
              </a:buClr>
              <a:buSzPts val="1500"/>
              <a:buFont typeface="Arial"/>
              <a:buChar char="●"/>
            </a:pPr>
            <a:r>
              <a:rPr sz="1500" b="0" i="0" u="none" strike="noStrike" cap="none">
                <a:solidFill>
                  <a:srgbClr val="000000"/>
                </a:solidFill>
                <a:latin typeface="Arial"/>
                <a:ea typeface="Arial"/>
                <a:cs typeface="Arial"/>
              </a:rPr>
              <a:t>Review public rain reports before training use.</a:t>
            </a:r>
            <a:endParaRPr sz="15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500"/>
              <a:buFont typeface="Arial"/>
              <a:buNone/>
            </a:pPr>
            <a:r>
              <a:rPr b="0" u="none"/>
              <a:t>Research prototype. NCR accuracy is still unmeasured.</a:t>
            </a:r>
            <a:endParaRPr sz="1500" b="0" i="0" u="none" strike="noStrike" cap="none">
              <a:solidFill>
                <a:srgbClr val="000000"/>
              </a:solidFill>
              <a:latin typeface="Arial"/>
              <a:ea typeface="Arial"/>
              <a:cs typeface="Arial"/>
            </a:endParaRPr>
          </a:p>
        </p:txBody>
      </p:sp>
      <p:sp>
        <p:nvSpPr>
          <p:cNvPr id="78" name="Google Shape;78;p2">
            <a:extLst xmlns:a="http://schemas.openxmlformats.org/drawingml/2006/main">
              <a:ext uri="{FF2B5EF4-FFF2-40B4-BE49-F238E27FC236}">
                <a16:creationId xmlns:a16="http://schemas.microsoft.com/office/drawing/2014/main" id="{B22CB76D-EE42-4755-AC04-A2815CE1EBFA}"/>
              </a:ext>
            </a:extLst>
          </p:cNvPr>
          <p:cNvSpPr>
            <a:spLocks xmlns:a="http://schemas.openxmlformats.org/drawingml/2006/main" noGrp="1"/>
          </p:cNvSpPr>
          <p:nvPr/>
        </p:nvSpPr>
        <p:spPr>
          <a:xfrm xmlns:a="http://schemas.openxmlformats.org/drawingml/2006/main">
            <a:off x="172950" y="5244900"/>
            <a:ext cx="6690300" cy="10284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79" name="Google Shape;79;p2">
            <a:extLst xmlns:a="http://schemas.openxmlformats.org/drawingml/2006/main">
              <a:ext uri="{FF2B5EF4-FFF2-40B4-BE49-F238E27FC236}">
                <a16:creationId xmlns:a16="http://schemas.microsoft.com/office/drawing/2014/main" id="{27D05671-37C5-46AE-94B0-0E068BA5DA08}"/>
              </a:ext>
            </a:extLst>
          </p:cNvPr>
          <p:cNvSpPr>
            <a:spLocks xmlns:a="http://schemas.openxmlformats.org/drawingml/2006/main" noGrp="1"/>
          </p:cNvSpPr>
          <p:nvPr/>
        </p:nvSpPr>
        <p:spPr>
          <a:xfrm xmlns:a="http://schemas.openxmlformats.org/drawingml/2006/main">
            <a:off x="6949950" y="2727275"/>
            <a:ext cx="5008500" cy="35460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79"/>
              <a:buFont typeface="Arial"/>
              <a:buNone/>
            </a:pPr>
            <a:r>
              <a:t/>
            </a:r>
            <a:endParaRPr sz="1379" b="0" i="0" u="none" strike="noStrike" cap="none">
              <a:solidFill>
                <a:srgbClr val="000000"/>
              </a:solidFill>
              <a:latin typeface="Arial"/>
              <a:ea typeface="Arial"/>
              <a:cs typeface="Arial"/>
            </a:endParaRPr>
          </a:p>
        </p:txBody>
      </p:sp>
      <p:pic>
        <p:nvPicPr>
          <p:cNvPr id="200" name="Google Shape;80;p2"/>
          <p:cNvPicPr>
            <a:picLocks xmlns:a="http://schemas.openxmlformats.org/drawingml/2006/main" noChangeAspect="1"/>
          </p:cNvPicPr>
          <p:nvPr/>
        </p:nvPicPr>
        <p:blipFill rotWithShape="1">
          <a:blip xmlns:r="http://schemas.openxmlformats.org/officeDocument/2006/relationships" xmlns:a="http://schemas.openxmlformats.org/drawingml/2006/main" r:embed="R9d48f6bea8344a52">
            <a:alphaModFix/>
          </a:blip>
          <a:srcRect xmlns:a="http://schemas.openxmlformats.org/drawingml/2006/main" l="20200" t="41000" r="29100" b="33300"/>
          <a:stretch xmlns:a="http://schemas.openxmlformats.org/drawingml/2006/main"/>
        </p:blipFill>
        <p:spPr>
          <a:xfrm xmlns:a="http://schemas.openxmlformats.org/drawingml/2006/main">
            <a:off x="7022878" y="2850737"/>
            <a:ext cx="4822793" cy="2892457"/>
          </a:xfrm>
          <a:prstGeom xmlns:a="http://schemas.openxmlformats.org/drawingml/2006/main" prst="rect">
            <a:avLst/>
          </a:prstGeom>
          <a:ln xmlns:a="http://schemas.openxmlformats.org/drawingml/2006/main">
            <a:noFill/>
          </a:ln>
        </p:spPr>
      </p:pic>
      <p:sp>
        <p:nvSpPr>
          <p:cNvPr id="81" name="Google Shape;81;p2">
            <a:extLst xmlns:a="http://schemas.openxmlformats.org/drawingml/2006/main">
              <a:ext uri="{FF2B5EF4-FFF2-40B4-BE49-F238E27FC236}">
                <a16:creationId xmlns:a16="http://schemas.microsoft.com/office/drawing/2014/main" id="{390B494F-0A20-4612-BED5-3F0E878E4E22}"/>
              </a:ext>
            </a:extLst>
          </p:cNvPr>
          <p:cNvSpPr>
            <a:spLocks xmlns:a="http://schemas.openxmlformats.org/drawingml/2006/main" noGrp="1"/>
          </p:cNvSpPr>
          <p:nvPr/>
        </p:nvSpPr>
        <p:spPr>
          <a:xfrm xmlns:a="http://schemas.openxmlformats.org/drawingml/2006/main">
            <a:off x="335787" y="2970694"/>
            <a:ext cx="60198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800"/>
              <a:buFont typeface="Arial"/>
              <a:buNone/>
            </a:pPr>
            <a:r>
              <a:rPr sz="1800" b="1" i="0" u="none" strike="noStrike" cap="none">
                <a:solidFill>
                  <a:srgbClr val="214E83"/>
                </a:solidFill>
                <a:latin typeface="Arial"/>
                <a:ea typeface="Arial"/>
                <a:cs typeface="Arial"/>
              </a:rPr>
              <a:t>Proposed Solution </a:t>
            </a:r>
            <a:endParaRPr sz="1400" b="0" i="0" u="none" strike="noStrike" cap="none">
              <a:solidFill>
                <a:srgbClr val="000000"/>
              </a:solidFill>
              <a:latin typeface="Arial"/>
              <a:ea typeface="Arial"/>
              <a:cs typeface="Arial"/>
            </a:endParaRPr>
          </a:p>
        </p:txBody>
      </p:sp>
      <p:sp>
        <p:nvSpPr>
          <p:cNvPr id="82" name="Google Shape;82;p2">
            <a:extLst xmlns:a="http://schemas.openxmlformats.org/drawingml/2006/main">
              <a:ext uri="{FF2B5EF4-FFF2-40B4-BE49-F238E27FC236}">
                <a16:creationId xmlns:a16="http://schemas.microsoft.com/office/drawing/2014/main" id="{065D883C-08DB-4B06-8975-78372879148C}"/>
              </a:ext>
            </a:extLst>
          </p:cNvPr>
          <p:cNvSpPr>
            <a:spLocks xmlns:a="http://schemas.openxmlformats.org/drawingml/2006/main" noGrp="1"/>
          </p:cNvSpPr>
          <p:nvPr/>
        </p:nvSpPr>
        <p:spPr>
          <a:xfrm xmlns:a="http://schemas.openxmlformats.org/drawingml/2006/main">
            <a:off x="6949950" y="846650"/>
            <a:ext cx="5048100" cy="17928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83" name="Google Shape;83;p2">
            <a:extLst xmlns:a="http://schemas.openxmlformats.org/drawingml/2006/main">
              <a:ext uri="{FF2B5EF4-FFF2-40B4-BE49-F238E27FC236}">
                <a16:creationId xmlns:a16="http://schemas.microsoft.com/office/drawing/2014/main" id="{F74D557C-22A6-4D8E-9DC4-C43E06BE9BA9}"/>
              </a:ext>
            </a:extLst>
          </p:cNvPr>
          <p:cNvSpPr>
            <a:spLocks xmlns:a="http://schemas.openxmlformats.org/drawingml/2006/main" noGrp="1"/>
          </p:cNvSpPr>
          <p:nvPr/>
        </p:nvSpPr>
        <p:spPr>
          <a:xfrm xmlns:a="http://schemas.openxmlformats.org/drawingml/2006/main">
            <a:off x="7086602" y="958250"/>
            <a:ext cx="31125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3568F"/>
              </a:buClr>
              <a:buSzPts val="1800"/>
              <a:buFont typeface="Arial"/>
              <a:buNone/>
            </a:pPr>
            <a:r>
              <a:rPr sz="1800" b="1">
                <a:solidFill>
                  <a:srgbClr val="23568F"/>
                </a:solidFill>
              </a:rPr>
              <a:t>Accuracy and trust</a:t>
            </a:r>
            <a:endParaRPr sz="1400" b="0" i="0" u="none" strike="noStrike" cap="none">
              <a:solidFill>
                <a:srgbClr val="000000"/>
              </a:solidFill>
              <a:latin typeface="Arial"/>
              <a:ea typeface="Arial"/>
              <a:cs typeface="Arial"/>
            </a:endParaRPr>
          </a:p>
        </p:txBody>
      </p:sp>
      <p:pic>
        <p:nvPicPr>
          <p:cNvPr id="204" name="Google Shape;84;p2"/>
          <p:cNvPicPr>
            <a:picLocks xmlns:a="http://schemas.openxmlformats.org/drawingml/2006/main" noChangeAspect="1"/>
          </p:cNvPicPr>
          <p:nvPr/>
        </p:nvPicPr>
        <p:blipFill rotWithShape="1">
          <a:blip xmlns:r="http://schemas.openxmlformats.org/officeDocument/2006/relationships" xmlns:a="http://schemas.openxmlformats.org/drawingml/2006/main" r:embed="R3ba6206126874d41">
            <a:alphaModFix/>
          </a:blip>
          <a:srcRect xmlns:a="http://schemas.openxmlformats.org/drawingml/2006/main" l="16846" t="13596" r="78271" b="71784"/>
          <a:stretch xmlns:a="http://schemas.openxmlformats.org/drawingml/2006/main"/>
        </p:blipFill>
        <p:spPr>
          <a:xfrm xmlns:a="http://schemas.openxmlformats.org/drawingml/2006/main">
            <a:off x="7034644" y="1392959"/>
            <a:ext cx="209551" cy="209550"/>
          </a:xfrm>
          <a:prstGeom xmlns:a="http://schemas.openxmlformats.org/drawingml/2006/main" prst="rect">
            <a:avLst/>
          </a:prstGeom>
          <a:ln xmlns:a="http://schemas.openxmlformats.org/drawingml/2006/main">
            <a:noFill/>
          </a:ln>
        </p:spPr>
      </p:pic>
      <p:sp>
        <p:nvSpPr>
          <p:cNvPr id="85" name="Google Shape;85;p2">
            <a:extLst xmlns:a="http://schemas.openxmlformats.org/drawingml/2006/main">
              <a:ext uri="{FF2B5EF4-FFF2-40B4-BE49-F238E27FC236}">
                <a16:creationId xmlns:a16="http://schemas.microsoft.com/office/drawing/2014/main" id="{64B8CCE1-0941-4316-B2BA-A00925A955E7}"/>
              </a:ext>
            </a:extLst>
          </p:cNvPr>
          <p:cNvSpPr>
            <a:spLocks xmlns:a="http://schemas.openxmlformats.org/drawingml/2006/main" noGrp="1"/>
          </p:cNvSpPr>
          <p:nvPr/>
        </p:nvSpPr>
        <p:spPr>
          <a:xfrm xmlns:a="http://schemas.openxmlformats.org/drawingml/2006/main">
            <a:off x="7292686" y="1392093"/>
            <a:ext cx="555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127000" marR="0" lvl="0" indent="-101600" algn="l">
              <a:lnSpc>
                <a:spcPct val="100000"/>
              </a:lnSpc>
              <a:spcBef>
                <a:spcPts val="0"/>
              </a:spcBef>
              <a:spcAft>
                <a:spcPts val="0"/>
              </a:spcAft>
              <a:buClr>
                <a:srgbClr val="172534"/>
              </a:buClr>
              <a:buSzPts val="1400"/>
              <a:buFont typeface="Arial"/>
              <a:buChar char="•"/>
            </a:pPr>
            <a:r>
              <a:rPr sz="1400" b="0" i="0" u="none" strike="noStrike" cap="none">
                <a:solidFill>
                  <a:srgbClr val="172534"/>
                </a:solidFill>
                <a:latin typeface="Arial"/>
                <a:ea typeface="Arial"/>
                <a:cs typeface="Arial"/>
              </a:rPr>
              <a:t>Cell</a:t>
            </a:r>
            <a:endParaRPr sz="1400" b="0" i="0" u="none" strike="noStrike" cap="none">
              <a:solidFill>
                <a:srgbClr val="000000"/>
              </a:solidFill>
              <a:latin typeface="Arial"/>
              <a:ea typeface="Arial"/>
              <a:cs typeface="Arial"/>
            </a:endParaRPr>
          </a:p>
        </p:txBody>
      </p:sp>
      <p:pic>
        <p:nvPicPr>
          <p:cNvPr id="206" name="Google Shape;86;p2"/>
          <p:cNvPicPr>
            <a:picLocks xmlns:a="http://schemas.openxmlformats.org/drawingml/2006/main" noChangeAspect="1"/>
          </p:cNvPicPr>
          <p:nvPr/>
        </p:nvPicPr>
        <p:blipFill rotWithShape="1">
          <a:blip xmlns:r="http://schemas.openxmlformats.org/officeDocument/2006/relationships" xmlns:a="http://schemas.openxmlformats.org/drawingml/2006/main" r:embed="R3ba6206126874d41">
            <a:alphaModFix/>
          </a:blip>
          <a:srcRect xmlns:a="http://schemas.openxmlformats.org/drawingml/2006/main" l="41357" t="9503" r="53760" b="75877"/>
          <a:stretch xmlns:a="http://schemas.openxmlformats.org/drawingml/2006/main"/>
        </p:blipFill>
        <p:spPr>
          <a:xfrm xmlns:a="http://schemas.openxmlformats.org/drawingml/2006/main">
            <a:off x="9588211" y="1401618"/>
            <a:ext cx="209551" cy="209550"/>
          </a:xfrm>
          <a:prstGeom xmlns:a="http://schemas.openxmlformats.org/drawingml/2006/main" prst="rect">
            <a:avLst/>
          </a:prstGeom>
          <a:ln xmlns:a="http://schemas.openxmlformats.org/drawingml/2006/main">
            <a:noFill/>
          </a:ln>
        </p:spPr>
      </p:pic>
      <p:sp>
        <p:nvSpPr>
          <p:cNvPr id="87" name="Google Shape;87;p2">
            <a:extLst xmlns:a="http://schemas.openxmlformats.org/drawingml/2006/main">
              <a:ext uri="{FF2B5EF4-FFF2-40B4-BE49-F238E27FC236}">
                <a16:creationId xmlns:a16="http://schemas.microsoft.com/office/drawing/2014/main" id="{C335CD50-228A-4B86-87BC-E8CA27EC9304}"/>
              </a:ext>
            </a:extLst>
          </p:cNvPr>
          <p:cNvSpPr>
            <a:spLocks xmlns:a="http://schemas.openxmlformats.org/drawingml/2006/main" noGrp="1"/>
          </p:cNvSpPr>
          <p:nvPr/>
        </p:nvSpPr>
        <p:spPr>
          <a:xfrm xmlns:a="http://schemas.openxmlformats.org/drawingml/2006/main">
            <a:off x="9854911" y="1392093"/>
            <a:ext cx="21813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127000" marR="0" lvl="0" indent="-101600" algn="l">
              <a:lnSpc>
                <a:spcPct val="100000"/>
              </a:lnSpc>
              <a:spcBef>
                <a:spcPts val="0"/>
              </a:spcBef>
              <a:spcAft>
                <a:spcPts val="0"/>
              </a:spcAft>
              <a:buClr>
                <a:srgbClr val="172534"/>
              </a:buClr>
              <a:buSzPts val="1400"/>
              <a:buFont typeface="Arial"/>
              <a:buChar char="•"/>
            </a:pPr>
            <a:r>
              <a:rPr sz="1400" b="0" i="0" u="none" strike="noStrike" cap="none">
                <a:solidFill>
                  <a:srgbClr val="172534"/>
                </a:solidFill>
                <a:latin typeface="Arial"/>
                <a:ea typeface="Arial"/>
                <a:cs typeface="Arial"/>
              </a:rPr>
              <a:t>30-min forecast target</a:t>
            </a:r>
            <a:endParaRPr sz="1400" b="0" i="0" u="none" strike="noStrike" cap="none">
              <a:solidFill>
                <a:srgbClr val="000000"/>
              </a:solidFill>
              <a:latin typeface="Arial"/>
              <a:ea typeface="Arial"/>
              <a:cs typeface="Arial"/>
            </a:endParaRPr>
          </a:p>
        </p:txBody>
      </p:sp>
      <p:pic>
        <p:nvPicPr>
          <p:cNvPr id="208" name="Google Shape;88;p2"/>
          <p:cNvPicPr>
            <a:picLocks xmlns:a="http://schemas.openxmlformats.org/drawingml/2006/main" noChangeAspect="1"/>
          </p:cNvPicPr>
          <p:nvPr/>
        </p:nvPicPr>
        <p:blipFill rotWithShape="1">
          <a:blip xmlns:r="http://schemas.openxmlformats.org/officeDocument/2006/relationships" xmlns:a="http://schemas.openxmlformats.org/drawingml/2006/main" r:embed="R3ba6206126874d41">
            <a:alphaModFix/>
          </a:blip>
          <a:srcRect xmlns:a="http://schemas.openxmlformats.org/drawingml/2006/main" l="14453" t="39327" r="80664" b="46053"/>
          <a:stretch xmlns:a="http://schemas.openxmlformats.org/drawingml/2006/main"/>
        </p:blipFill>
        <p:spPr>
          <a:xfrm xmlns:a="http://schemas.openxmlformats.org/drawingml/2006/main">
            <a:off x="7025985" y="1639743"/>
            <a:ext cx="209551" cy="209550"/>
          </a:xfrm>
          <a:prstGeom xmlns:a="http://schemas.openxmlformats.org/drawingml/2006/main" prst="rect">
            <a:avLst/>
          </a:prstGeom>
          <a:ln xmlns:a="http://schemas.openxmlformats.org/drawingml/2006/main">
            <a:noFill/>
          </a:ln>
        </p:spPr>
      </p:pic>
      <p:sp>
        <p:nvSpPr>
          <p:cNvPr id="89" name="Google Shape;89;p2">
            <a:extLst xmlns:a="http://schemas.openxmlformats.org/drawingml/2006/main">
              <a:ext uri="{FF2B5EF4-FFF2-40B4-BE49-F238E27FC236}">
                <a16:creationId xmlns:a16="http://schemas.microsoft.com/office/drawing/2014/main" id="{5BBE4017-1EAF-4907-8247-6CC021721941}"/>
              </a:ext>
            </a:extLst>
          </p:cNvPr>
          <p:cNvSpPr>
            <a:spLocks xmlns:a="http://schemas.openxmlformats.org/drawingml/2006/main" noGrp="1"/>
          </p:cNvSpPr>
          <p:nvPr/>
        </p:nvSpPr>
        <p:spPr>
          <a:xfrm xmlns:a="http://schemas.openxmlformats.org/drawingml/2006/main">
            <a:off x="7292686" y="1630218"/>
            <a:ext cx="17805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127000" marR="0" lvl="0" indent="-101600" algn="l">
              <a:lnSpc>
                <a:spcPct val="100000"/>
              </a:lnSpc>
              <a:spcBef>
                <a:spcPts val="0"/>
              </a:spcBef>
              <a:spcAft>
                <a:spcPts val="0"/>
              </a:spcAft>
              <a:buClr>
                <a:srgbClr val="172534"/>
              </a:buClr>
              <a:buSzPts val="1400"/>
              <a:buFont typeface="Arial"/>
              <a:buChar char="•"/>
            </a:pPr>
            <a:r>
              <a:rPr sz="1400" b="0" i="0" u="none" strike="noStrike" cap="none">
                <a:solidFill>
                  <a:srgbClr val="172534"/>
                </a:solidFill>
                <a:latin typeface="Arial"/>
                <a:ea typeface="Arial"/>
                <a:cs typeface="Arial"/>
              </a:rPr>
              <a:t>Onset windows</a:t>
            </a:r>
            <a:endParaRPr sz="1400" b="0" i="0" u="none" strike="noStrike" cap="none">
              <a:solidFill>
                <a:srgbClr val="000000"/>
              </a:solidFill>
              <a:latin typeface="Arial"/>
              <a:ea typeface="Arial"/>
              <a:cs typeface="Arial"/>
            </a:endParaRPr>
          </a:p>
        </p:txBody>
      </p:sp>
      <p:pic>
        <p:nvPicPr>
          <p:cNvPr id="210" name="Google Shape;90;p2"/>
          <p:cNvPicPr>
            <a:picLocks xmlns:a="http://schemas.openxmlformats.org/drawingml/2006/main" noChangeAspect="1"/>
          </p:cNvPicPr>
          <p:nvPr/>
        </p:nvPicPr>
        <p:blipFill rotWithShape="1">
          <a:blip xmlns:r="http://schemas.openxmlformats.org/officeDocument/2006/relationships" xmlns:a="http://schemas.openxmlformats.org/drawingml/2006/main" r:embed="R3ba6206126874d41">
            <a:alphaModFix/>
          </a:blip>
          <a:srcRect xmlns:a="http://schemas.openxmlformats.org/drawingml/2006/main" l="67627" t="13011" r="27489" b="72368"/>
          <a:stretch xmlns:a="http://schemas.openxmlformats.org/drawingml/2006/main"/>
        </p:blipFill>
        <p:spPr>
          <a:xfrm xmlns:a="http://schemas.openxmlformats.org/drawingml/2006/main">
            <a:off x="9588211" y="1639742"/>
            <a:ext cx="209551" cy="209550"/>
          </a:xfrm>
          <a:prstGeom xmlns:a="http://schemas.openxmlformats.org/drawingml/2006/main" prst="rect">
            <a:avLst/>
          </a:prstGeom>
          <a:ln xmlns:a="http://schemas.openxmlformats.org/drawingml/2006/main">
            <a:noFill/>
          </a:ln>
        </p:spPr>
      </p:pic>
      <p:sp>
        <p:nvSpPr>
          <p:cNvPr id="91" name="Google Shape;91;p2">
            <a:extLst xmlns:a="http://schemas.openxmlformats.org/drawingml/2006/main">
              <a:ext uri="{FF2B5EF4-FFF2-40B4-BE49-F238E27FC236}">
                <a16:creationId xmlns:a16="http://schemas.microsoft.com/office/drawing/2014/main" id="{70B6A8FB-3A6D-4046-BA4F-0FBB752A6445}"/>
              </a:ext>
            </a:extLst>
          </p:cNvPr>
          <p:cNvSpPr>
            <a:spLocks xmlns:a="http://schemas.openxmlformats.org/drawingml/2006/main" noGrp="1"/>
          </p:cNvSpPr>
          <p:nvPr/>
        </p:nvSpPr>
        <p:spPr>
          <a:xfrm xmlns:a="http://schemas.openxmlformats.org/drawingml/2006/main">
            <a:off x="9854911" y="1630218"/>
            <a:ext cx="11475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127000" marR="0" lvl="0" indent="-101600" algn="l">
              <a:lnSpc>
                <a:spcPct val="100000"/>
              </a:lnSpc>
              <a:spcBef>
                <a:spcPts val="0"/>
              </a:spcBef>
              <a:spcAft>
                <a:spcPts val="0"/>
              </a:spcAft>
              <a:buClr>
                <a:srgbClr val="172534"/>
              </a:buClr>
              <a:buSzPts val="1400"/>
              <a:buFont typeface="Arial"/>
              <a:buChar char="•"/>
            </a:pPr>
            <a:r>
              <a:rPr sz="1400" b="0" i="0" u="none" strike="noStrike" cap="none">
                <a:solidFill>
                  <a:srgbClr val="172534"/>
                </a:solidFill>
                <a:latin typeface="Arial"/>
                <a:ea typeface="Arial"/>
                <a:cs typeface="Arial"/>
              </a:rPr>
              <a:t>Fresh inputs</a:t>
            </a:r>
            <a:endParaRPr sz="1400" b="0" i="0" u="none" strike="noStrike" cap="none">
              <a:solidFill>
                <a:srgbClr val="000000"/>
              </a:solidFill>
              <a:latin typeface="Arial"/>
              <a:ea typeface="Arial"/>
              <a:cs typeface="Arial"/>
            </a:endParaRPr>
          </a:p>
        </p:txBody>
      </p:sp>
      <p:pic>
        <p:nvPicPr>
          <p:cNvPr id="212" name="Google Shape;92;p2"/>
          <p:cNvPicPr>
            <a:picLocks xmlns:a="http://schemas.openxmlformats.org/drawingml/2006/main" noChangeAspect="1"/>
          </p:cNvPicPr>
          <p:nvPr/>
        </p:nvPicPr>
        <p:blipFill rotWithShape="1">
          <a:blip xmlns:r="http://schemas.openxmlformats.org/officeDocument/2006/relationships" xmlns:a="http://schemas.openxmlformats.org/drawingml/2006/main" r:embed="R3ba6206126874d41">
            <a:alphaModFix/>
          </a:blip>
          <a:srcRect xmlns:a="http://schemas.openxmlformats.org/drawingml/2006/main" l="14844" t="65205" r="80273" b="20174"/>
          <a:stretch xmlns:a="http://schemas.openxmlformats.org/drawingml/2006/main"/>
        </p:blipFill>
        <p:spPr>
          <a:xfrm xmlns:a="http://schemas.openxmlformats.org/drawingml/2006/main">
            <a:off x="7025986" y="1877868"/>
            <a:ext cx="209551" cy="209550"/>
          </a:xfrm>
          <a:prstGeom xmlns:a="http://schemas.openxmlformats.org/drawingml/2006/main" prst="rect">
            <a:avLst/>
          </a:prstGeom>
          <a:ln xmlns:a="http://schemas.openxmlformats.org/drawingml/2006/main">
            <a:noFill/>
          </a:ln>
        </p:spPr>
      </p:pic>
      <p:sp>
        <p:nvSpPr>
          <p:cNvPr id="93" name="Google Shape;93;p2">
            <a:extLst xmlns:a="http://schemas.openxmlformats.org/drawingml/2006/main">
              <a:ext uri="{FF2B5EF4-FFF2-40B4-BE49-F238E27FC236}">
                <a16:creationId xmlns:a16="http://schemas.microsoft.com/office/drawing/2014/main" id="{852A7E59-2154-48DF-A3AC-C972580FABBC}"/>
              </a:ext>
            </a:extLst>
          </p:cNvPr>
          <p:cNvSpPr>
            <a:spLocks xmlns:a="http://schemas.openxmlformats.org/drawingml/2006/main" noGrp="1"/>
          </p:cNvSpPr>
          <p:nvPr/>
        </p:nvSpPr>
        <p:spPr>
          <a:xfrm xmlns:a="http://schemas.openxmlformats.org/drawingml/2006/main">
            <a:off x="7292686" y="1868343"/>
            <a:ext cx="17901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127000" marR="0" lvl="0" indent="-101600" algn="l">
              <a:lnSpc>
                <a:spcPct val="100000"/>
              </a:lnSpc>
              <a:spcBef>
                <a:spcPts val="0"/>
              </a:spcBef>
              <a:spcAft>
                <a:spcPts val="0"/>
              </a:spcAft>
              <a:buClr>
                <a:srgbClr val="172534"/>
              </a:buClr>
              <a:buSzPts val="1400"/>
              <a:buFont typeface="Arial"/>
              <a:buChar char="•"/>
            </a:pPr>
            <a:r>
              <a:rPr sz="1400" b="0" i="0" u="none" strike="noStrike" cap="none">
                <a:solidFill>
                  <a:srgbClr val="172534"/>
                </a:solidFill>
                <a:latin typeface="Arial"/>
                <a:ea typeface="Arial"/>
                <a:cs typeface="Arial"/>
              </a:rPr>
              <a:t>Seasonal checks</a:t>
            </a:r>
            <a:endParaRPr sz="1400" b="0" i="0" u="none" strike="noStrike" cap="none">
              <a:solidFill>
                <a:srgbClr val="000000"/>
              </a:solidFill>
              <a:latin typeface="Arial"/>
              <a:ea typeface="Arial"/>
              <a:cs typeface="Arial"/>
            </a:endParaRPr>
          </a:p>
        </p:txBody>
      </p:sp>
      <p:pic>
        <p:nvPicPr>
          <p:cNvPr id="214" name="Google Shape;94;p2"/>
          <p:cNvPicPr>
            <a:picLocks xmlns:a="http://schemas.openxmlformats.org/drawingml/2006/main" noChangeAspect="1"/>
          </p:cNvPicPr>
          <p:nvPr/>
        </p:nvPicPr>
        <p:blipFill rotWithShape="1">
          <a:blip xmlns:r="http://schemas.openxmlformats.org/officeDocument/2006/relationships" xmlns:a="http://schemas.openxmlformats.org/drawingml/2006/main" r:embed="R3ba6206126874d41">
            <a:alphaModFix/>
          </a:blip>
          <a:srcRect xmlns:a="http://schemas.openxmlformats.org/drawingml/2006/main" l="70898" t="39035" r="24219" b="46345"/>
          <a:stretch xmlns:a="http://schemas.openxmlformats.org/drawingml/2006/main"/>
        </p:blipFill>
        <p:spPr>
          <a:xfrm xmlns:a="http://schemas.openxmlformats.org/drawingml/2006/main">
            <a:off x="9588210" y="1877868"/>
            <a:ext cx="209551" cy="209550"/>
          </a:xfrm>
          <a:prstGeom xmlns:a="http://schemas.openxmlformats.org/drawingml/2006/main" prst="rect">
            <a:avLst/>
          </a:prstGeom>
          <a:ln xmlns:a="http://schemas.openxmlformats.org/drawingml/2006/main">
            <a:noFill/>
          </a:ln>
        </p:spPr>
      </p:pic>
      <p:sp>
        <p:nvSpPr>
          <p:cNvPr id="95" name="Google Shape;95;p2">
            <a:extLst xmlns:a="http://schemas.openxmlformats.org/drawingml/2006/main">
              <a:ext uri="{FF2B5EF4-FFF2-40B4-BE49-F238E27FC236}">
                <a16:creationId xmlns:a16="http://schemas.microsoft.com/office/drawing/2014/main" id="{6E209680-E123-4B83-8E4B-0E5986DB5921}"/>
              </a:ext>
            </a:extLst>
          </p:cNvPr>
          <p:cNvSpPr>
            <a:spLocks xmlns:a="http://schemas.openxmlformats.org/drawingml/2006/main" noGrp="1"/>
          </p:cNvSpPr>
          <p:nvPr/>
        </p:nvSpPr>
        <p:spPr>
          <a:xfrm xmlns:a="http://schemas.openxmlformats.org/drawingml/2006/main">
            <a:off x="9854911" y="1868343"/>
            <a:ext cx="9102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127000" marR="0" lvl="0" indent="-101600" algn="l">
              <a:lnSpc>
                <a:spcPct val="100000"/>
              </a:lnSpc>
              <a:spcBef>
                <a:spcPts val="0"/>
              </a:spcBef>
              <a:spcAft>
                <a:spcPts val="0"/>
              </a:spcAft>
              <a:buClr>
                <a:srgbClr val="172534"/>
              </a:buClr>
              <a:buSzPts val="1400"/>
              <a:buFont typeface="Arial"/>
              <a:buChar char="•"/>
            </a:pPr>
            <a:r>
              <a:rPr sz="1400" b="0" i="0" u="none" strike="noStrike" cap="none">
                <a:solidFill>
                  <a:srgbClr val="172534"/>
                </a:solidFill>
                <a:latin typeface="Arial"/>
                <a:ea typeface="Arial"/>
                <a:cs typeface="Arial"/>
              </a:rPr>
              <a:t>Scores</a:t>
            </a:r>
            <a:endParaRPr sz="1400" b="0" i="0" u="none" strike="noStrike" cap="none">
              <a:solidFill>
                <a:srgbClr val="000000"/>
              </a:solidFill>
              <a:latin typeface="Arial"/>
              <a:ea typeface="Arial"/>
              <a:cs typeface="Arial"/>
            </a:endParaRPr>
          </a:p>
        </p:txBody>
      </p:sp>
      <p:pic>
        <p:nvPicPr>
          <p:cNvPr id="216" name="Google Shape;96;p2"/>
          <p:cNvPicPr>
            <a:picLocks xmlns:a="http://schemas.openxmlformats.org/drawingml/2006/main" noChangeAspect="1"/>
          </p:cNvPicPr>
          <p:nvPr/>
        </p:nvPicPr>
        <p:blipFill rotWithShape="1">
          <a:blip xmlns:r="http://schemas.openxmlformats.org/officeDocument/2006/relationships" xmlns:a="http://schemas.openxmlformats.org/drawingml/2006/main" r:embed="R3ba6206126874d41">
            <a:alphaModFix/>
          </a:blip>
          <a:srcRect xmlns:a="http://schemas.openxmlformats.org/drawingml/2006/main" l="68359" t="65936" r="26758" b="19444"/>
          <a:stretch xmlns:a="http://schemas.openxmlformats.org/drawingml/2006/main"/>
        </p:blipFill>
        <p:spPr>
          <a:xfrm xmlns:a="http://schemas.openxmlformats.org/drawingml/2006/main">
            <a:off x="7025985" y="2115993"/>
            <a:ext cx="209551" cy="209550"/>
          </a:xfrm>
          <a:prstGeom xmlns:a="http://schemas.openxmlformats.org/drawingml/2006/main" prst="rect">
            <a:avLst/>
          </a:prstGeom>
          <a:ln xmlns:a="http://schemas.openxmlformats.org/drawingml/2006/main">
            <a:noFill/>
          </a:ln>
        </p:spPr>
      </p:pic>
      <p:sp>
        <p:nvSpPr>
          <p:cNvPr id="97" name="Google Shape;97;p2">
            <a:extLst xmlns:a="http://schemas.openxmlformats.org/drawingml/2006/main">
              <a:ext uri="{FF2B5EF4-FFF2-40B4-BE49-F238E27FC236}">
                <a16:creationId xmlns:a16="http://schemas.microsoft.com/office/drawing/2014/main" id="{DB601A98-66FF-4374-AC2E-2A8C6C858836}"/>
              </a:ext>
            </a:extLst>
          </p:cNvPr>
          <p:cNvSpPr>
            <a:spLocks xmlns:a="http://schemas.openxmlformats.org/drawingml/2006/main" noGrp="1"/>
          </p:cNvSpPr>
          <p:nvPr/>
        </p:nvSpPr>
        <p:spPr>
          <a:xfrm xmlns:a="http://schemas.openxmlformats.org/drawingml/2006/main">
            <a:off x="7292686" y="2106468"/>
            <a:ext cx="18594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127000" marR="0" lvl="0" indent="-101600" algn="l">
              <a:lnSpc>
                <a:spcPct val="100000"/>
              </a:lnSpc>
              <a:spcBef>
                <a:spcPts val="0"/>
              </a:spcBef>
              <a:spcAft>
                <a:spcPts val="0"/>
              </a:spcAft>
              <a:buClr>
                <a:srgbClr val="172534"/>
              </a:buClr>
              <a:buSzPts val="1400"/>
              <a:buFont typeface="Arial"/>
              <a:buChar char="•"/>
            </a:pPr>
            <a:r>
              <a:rPr sz="1400" b="0" i="0" u="none" strike="noStrike" cap="none">
                <a:solidFill>
                  <a:srgbClr val="172534"/>
                </a:solidFill>
                <a:latin typeface="Arial"/>
                <a:ea typeface="Arial"/>
                <a:cs typeface="Arial"/>
              </a:rPr>
              <a:t>Reviewed feedback</a:t>
            </a:r>
            <a:endParaRPr sz="1400" b="0" i="0" u="none" strike="noStrike" cap="none">
              <a:solidFill>
                <a:srgbClr val="000000"/>
              </a:solidFill>
              <a:latin typeface="Arial"/>
              <a:ea typeface="Arial"/>
              <a:cs typeface="Arial"/>
            </a:endParaRPr>
          </a:p>
        </p:txBody>
      </p:sp>
      <p:pic>
        <p:nvPicPr>
          <p:cNvPr id="218" name="Google Shape;98;p2"/>
          <p:cNvPicPr>
            <a:picLocks xmlns:a="http://schemas.openxmlformats.org/drawingml/2006/main" noChangeAspect="1"/>
          </p:cNvPicPr>
          <p:nvPr/>
        </p:nvPicPr>
        <p:blipFill rotWithShape="1">
          <a:blip xmlns:r="http://schemas.openxmlformats.org/officeDocument/2006/relationships" xmlns:a="http://schemas.openxmlformats.org/drawingml/2006/main" r:embed="R1271b186311c4cd6">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99" name="Google Shape;99;p2">
            <a:extLst xmlns:a="http://schemas.openxmlformats.org/drawingml/2006/main">
              <a:ext uri="{FF2B5EF4-FFF2-40B4-BE49-F238E27FC236}">
                <a16:creationId xmlns:a16="http://schemas.microsoft.com/office/drawing/2014/main" id="{3BD781E7-B6C3-4EF6-A4B4-0905B8B6BCB3}"/>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cxnSp>
        <p:nvCxnSpPr>
          <p:cNvPr id="220" name="Google Shape;100;p2"/>
          <p:cNvCxnSpPr/>
          <p:nvPr/>
        </p:nvCxnSpPr>
        <p:spPr>
          <a:xfrm xmlns:a="http://schemas.openxmlformats.org/drawingml/2006/main">
            <a:off x="1276350" y="590550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221" name="Google Shape;101;p2"/>
          <p:cNvCxnSpPr/>
          <p:nvPr/>
        </p:nvCxnSpPr>
        <p:spPr>
          <a:xfrm xmlns:a="http://schemas.openxmlformats.org/drawingml/2006/main">
            <a:off x="1466850" y="5657850"/>
            <a:ext cx="0" cy="49530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222" name="Google Shape;102;p2"/>
          <p:cNvCxnSpPr/>
          <p:nvPr/>
        </p:nvCxnSpPr>
        <p:spPr>
          <a:xfrm xmlns:a="http://schemas.openxmlformats.org/drawingml/2006/main">
            <a:off x="5086350" y="5657850"/>
            <a:ext cx="0" cy="49530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223" name="Google Shape;103;p2"/>
          <p:cNvCxnSpPr/>
          <p:nvPr/>
        </p:nvCxnSpPr>
        <p:spPr>
          <a:xfrm xmlns:a="http://schemas.openxmlformats.org/drawingml/2006/main">
            <a:off x="1466850" y="56578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cxnSp>
        <p:nvCxnSpPr>
          <p:cNvPr id="224" name="Google Shape;104;p2"/>
          <p:cNvCxnSpPr/>
          <p:nvPr/>
        </p:nvCxnSpPr>
        <p:spPr>
          <a:xfrm xmlns:a="http://schemas.openxmlformats.org/drawingml/2006/main">
            <a:off x="4895850" y="56578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225" name="Google Shape;105;p2"/>
          <p:cNvCxnSpPr/>
          <p:nvPr/>
        </p:nvCxnSpPr>
        <p:spPr>
          <a:xfrm xmlns:a="http://schemas.openxmlformats.org/drawingml/2006/main">
            <a:off x="1466850" y="590550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cxnSp>
        <p:nvCxnSpPr>
          <p:cNvPr id="226" name="Google Shape;106;p2"/>
          <p:cNvCxnSpPr/>
          <p:nvPr/>
        </p:nvCxnSpPr>
        <p:spPr>
          <a:xfrm xmlns:a="http://schemas.openxmlformats.org/drawingml/2006/main">
            <a:off x="4895850" y="590550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227" name="Google Shape;107;p2"/>
          <p:cNvCxnSpPr/>
          <p:nvPr/>
        </p:nvCxnSpPr>
        <p:spPr>
          <a:xfrm xmlns:a="http://schemas.openxmlformats.org/drawingml/2006/main">
            <a:off x="1466850" y="61531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cxnSp>
        <p:nvCxnSpPr>
          <p:cNvPr id="228" name="Google Shape;108;p2"/>
          <p:cNvCxnSpPr/>
          <p:nvPr/>
        </p:nvCxnSpPr>
        <p:spPr>
          <a:xfrm xmlns:a="http://schemas.openxmlformats.org/drawingml/2006/main">
            <a:off x="4895850" y="6153150"/>
            <a:ext cx="190500"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none" w="sm" len="sm"/>
          </a:ln>
        </p:spPr>
      </p:cxnSp>
      <p:cxnSp>
        <p:nvCxnSpPr>
          <p:cNvPr id="229" name="Google Shape;109;p2"/>
          <p:cNvCxnSpPr/>
          <p:nvPr/>
        </p:nvCxnSpPr>
        <p:spPr>
          <a:xfrm xmlns:a="http://schemas.openxmlformats.org/drawingml/2006/main">
            <a:off x="5086350" y="5905500"/>
            <a:ext cx="238125" cy="0"/>
          </a:xfrm>
          <a:prstGeom xmlns:a="http://schemas.openxmlformats.org/drawingml/2006/main" prst="straightConnector1">
            <a:avLst/>
          </a:prstGeom>
          <a:ln xmlns:a="http://schemas.openxmlformats.org/drawingml/2006/main" w="11425" cap="flat">
            <a:solidFill>
              <a:srgbClr val="7A91A6"/>
            </a:solidFill>
            <a:prstDash val="solid"/>
            <a:round/>
            <a:headEnd type="none" w="sm" len="sm"/>
            <a:tailEnd type="triangle" w="sm" len="sm"/>
          </a:ln>
        </p:spPr>
      </p:cxnSp>
      <p:sp>
        <p:nvSpPr>
          <p:cNvPr id="110" name="Google Shape;110;p2">
            <a:extLst xmlns:a="http://schemas.openxmlformats.org/drawingml/2006/main">
              <a:ext uri="{FF2B5EF4-FFF2-40B4-BE49-F238E27FC236}">
                <a16:creationId xmlns:a16="http://schemas.microsoft.com/office/drawing/2014/main" id="{FD652649-4E94-492D-83DC-0D3E95BF3E42}"/>
              </a:ext>
            </a:extLst>
          </p:cNvPr>
          <p:cNvSpPr>
            <a:spLocks xmlns:a="http://schemas.openxmlformats.org/drawingml/2006/main" noGrp="1"/>
          </p:cNvSpPr>
          <p:nvPr/>
        </p:nvSpPr>
        <p:spPr>
          <a:xfrm xmlns:a="http://schemas.openxmlformats.org/drawingml/2006/main">
            <a:off x="323850" y="5286564"/>
            <a:ext cx="6191400" cy="26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214E83"/>
                </a:solidFill>
                <a:latin typeface="Arial"/>
                <a:ea typeface="Arial"/>
                <a:cs typeface="Arial"/>
              </a:rPr>
              <a:t>Weather observations to local guidance</a:t>
            </a:r>
            <a:endParaRPr sz="1575" b="0" i="0" u="none" strike="noStrike" cap="none">
              <a:solidFill>
                <a:srgbClr val="000000"/>
              </a:solidFill>
              <a:latin typeface="Arial"/>
              <a:ea typeface="Arial"/>
              <a:cs typeface="Arial"/>
            </a:endParaRPr>
          </a:p>
        </p:txBody>
      </p:sp>
      <p:sp>
        <p:nvSpPr>
          <p:cNvPr id="111" name="Google Shape;111;p2">
            <a:extLst xmlns:a="http://schemas.openxmlformats.org/drawingml/2006/main">
              <a:ext uri="{FF2B5EF4-FFF2-40B4-BE49-F238E27FC236}">
                <a16:creationId xmlns:a16="http://schemas.microsoft.com/office/drawing/2014/main" id="{3610E02B-8D07-4AD1-933A-F38F02971AB4}"/>
              </a:ext>
            </a:extLst>
          </p:cNvPr>
          <p:cNvSpPr>
            <a:spLocks xmlns:a="http://schemas.openxmlformats.org/drawingml/2006/main" noGrp="1"/>
          </p:cNvSpPr>
          <p:nvPr/>
        </p:nvSpPr>
        <p:spPr>
          <a:xfrm xmlns:a="http://schemas.openxmlformats.org/drawingml/2006/main">
            <a:off x="400050" y="5705475"/>
            <a:ext cx="876300" cy="400050"/>
          </a:xfrm>
          <a:prstGeom xmlns:a="http://schemas.openxmlformats.org/drawingml/2006/main" prst="rect">
            <a:avLst/>
          </a:prstGeom>
          <a:solidFill xmlns:a="http://schemas.openxmlformats.org/drawingml/2006/main">
            <a:srgbClr val="EAF2FC"/>
          </a:solidFill>
          <a:ln xmlns:a="http://schemas.openxmlformats.org/drawingml/2006/main" w="9525" cap="flat" cmpd="sng">
            <a:solidFill>
              <a:srgbClr val="86A9C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 name="Google Shape;112;p2">
            <a:extLst xmlns:a="http://schemas.openxmlformats.org/drawingml/2006/main">
              <a:ext uri="{FF2B5EF4-FFF2-40B4-BE49-F238E27FC236}">
                <a16:creationId xmlns:a16="http://schemas.microsoft.com/office/drawing/2014/main" id="{80BDF160-C242-4368-AD80-91B2DBC9D153}"/>
              </a:ext>
            </a:extLst>
          </p:cNvPr>
          <p:cNvSpPr>
            <a:spLocks xmlns:a="http://schemas.openxmlformats.org/drawingml/2006/main" noGrp="1"/>
          </p:cNvSpPr>
          <p:nvPr/>
        </p:nvSpPr>
        <p:spPr>
          <a:xfrm xmlns:a="http://schemas.openxmlformats.org/drawingml/2006/main">
            <a:off x="438150" y="5715000"/>
            <a:ext cx="800100" cy="185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25"/>
              <a:buFont typeface="Arial"/>
              <a:buNone/>
            </a:pPr>
            <a:r>
              <a:rPr sz="1125" b="1" i="0" u="none" strike="noStrike" cap="none">
                <a:solidFill>
                  <a:srgbClr val="214E83"/>
                </a:solidFill>
                <a:latin typeface="Arial"/>
                <a:ea typeface="Arial"/>
                <a:cs typeface="Arial"/>
              </a:rPr>
              <a:t>Sources</a:t>
            </a:r>
            <a:endParaRPr sz="1125" b="0" i="0" u="none" strike="noStrike" cap="none">
              <a:solidFill>
                <a:srgbClr val="000000"/>
              </a:solidFill>
              <a:latin typeface="Arial"/>
              <a:ea typeface="Arial"/>
              <a:cs typeface="Arial"/>
            </a:endParaRPr>
          </a:p>
        </p:txBody>
      </p:sp>
      <p:sp>
        <p:nvSpPr>
          <p:cNvPr id="113" name="Google Shape;113;p2">
            <a:extLst xmlns:a="http://schemas.openxmlformats.org/drawingml/2006/main">
              <a:ext uri="{FF2B5EF4-FFF2-40B4-BE49-F238E27FC236}">
                <a16:creationId xmlns:a16="http://schemas.microsoft.com/office/drawing/2014/main" id="{0601F539-36AD-4FC4-BE8E-8DE915B74B64}"/>
              </a:ext>
            </a:extLst>
          </p:cNvPr>
          <p:cNvSpPr>
            <a:spLocks xmlns:a="http://schemas.openxmlformats.org/drawingml/2006/main" noGrp="1"/>
          </p:cNvSpPr>
          <p:nvPr/>
        </p:nvSpPr>
        <p:spPr>
          <a:xfrm xmlns:a="http://schemas.openxmlformats.org/drawingml/2006/main">
            <a:off x="438150" y="5900738"/>
            <a:ext cx="800100" cy="1547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38"/>
              <a:buFont typeface="Arial"/>
              <a:buNone/>
            </a:pPr>
            <a:r>
              <a:rPr sz="938" b="0" i="0" u="none" strike="noStrike" cap="none">
                <a:solidFill>
                  <a:srgbClr val="42576B"/>
                </a:solidFill>
                <a:latin typeface="Arial"/>
                <a:ea typeface="Arial"/>
                <a:cs typeface="Arial"/>
              </a:rPr>
              <a:t>India</a:t>
            </a:r>
            <a:endParaRPr sz="938" b="0" i="0" u="none" strike="noStrike" cap="none">
              <a:solidFill>
                <a:srgbClr val="000000"/>
              </a:solidFill>
              <a:latin typeface="Arial"/>
              <a:ea typeface="Arial"/>
              <a:cs typeface="Arial"/>
            </a:endParaRPr>
          </a:p>
        </p:txBody>
      </p:sp>
      <p:sp>
        <p:nvSpPr>
          <p:cNvPr id="114" name="Google Shape;114;p2">
            <a:extLst xmlns:a="http://schemas.openxmlformats.org/drawingml/2006/main">
              <a:ext uri="{FF2B5EF4-FFF2-40B4-BE49-F238E27FC236}">
                <a16:creationId xmlns:a16="http://schemas.microsoft.com/office/drawing/2014/main" id="{47A15488-6165-46D2-9D04-02A5CE709B1D}"/>
              </a:ext>
            </a:extLst>
          </p:cNvPr>
          <p:cNvSpPr>
            <a:spLocks xmlns:a="http://schemas.openxmlformats.org/drawingml/2006/main" noGrp="1"/>
          </p:cNvSpPr>
          <p:nvPr/>
        </p:nvSpPr>
        <p:spPr>
          <a:xfrm xmlns:a="http://schemas.openxmlformats.org/drawingml/2006/main">
            <a:off x="1657350" y="5557838"/>
            <a:ext cx="3238500" cy="200025"/>
          </a:xfrm>
          <a:prstGeom xmlns:a="http://schemas.openxmlformats.org/drawingml/2006/main" prst="rect">
            <a:avLst/>
          </a:prstGeom>
          <a:solidFill xmlns:a="http://schemas.openxmlformats.org/drawingml/2006/main">
            <a:srgbClr val="EDF5FC"/>
          </a:solidFill>
          <a:ln xmlns:a="http://schemas.openxmlformats.org/drawingml/2006/main" w="9525" cap="flat" cmpd="sng">
            <a:solidFill>
              <a:srgbClr val="8CB1D4"/>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 name="Google Shape;115;p2">
            <a:extLst xmlns:a="http://schemas.openxmlformats.org/drawingml/2006/main">
              <a:ext uri="{FF2B5EF4-FFF2-40B4-BE49-F238E27FC236}">
                <a16:creationId xmlns:a16="http://schemas.microsoft.com/office/drawing/2014/main" id="{D8035448-EB21-4267-B683-AEFB0290466A}"/>
              </a:ext>
            </a:extLst>
          </p:cNvPr>
          <p:cNvSpPr>
            <a:spLocks xmlns:a="http://schemas.openxmlformats.org/drawingml/2006/main" noGrp="1"/>
          </p:cNvSpPr>
          <p:nvPr/>
        </p:nvSpPr>
        <p:spPr>
          <a:xfrm xmlns:a="http://schemas.openxmlformats.org/drawingml/2006/main">
            <a:off x="1752600" y="5568315"/>
            <a:ext cx="647700" cy="173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285F91"/>
                </a:solidFill>
                <a:latin typeface="Arial"/>
                <a:ea typeface="Arial"/>
                <a:cs typeface="Arial"/>
              </a:rPr>
              <a:t>Motion</a:t>
            </a:r>
            <a:endParaRPr sz="1050" b="0" i="0" u="none" strike="noStrike" cap="none">
              <a:solidFill>
                <a:srgbClr val="000000"/>
              </a:solidFill>
              <a:latin typeface="Arial"/>
              <a:ea typeface="Arial"/>
              <a:cs typeface="Arial"/>
            </a:endParaRPr>
          </a:p>
        </p:txBody>
      </p:sp>
      <p:sp>
        <p:nvSpPr>
          <p:cNvPr id="116" name="Google Shape;116;p2">
            <a:extLst xmlns:a="http://schemas.openxmlformats.org/drawingml/2006/main">
              <a:ext uri="{FF2B5EF4-FFF2-40B4-BE49-F238E27FC236}">
                <a16:creationId xmlns:a16="http://schemas.microsoft.com/office/drawing/2014/main" id="{21F44BFC-024C-40B1-963D-2825EB74B77F}"/>
              </a:ext>
            </a:extLst>
          </p:cNvPr>
          <p:cNvSpPr>
            <a:spLocks xmlns:a="http://schemas.openxmlformats.org/drawingml/2006/main" noGrp="1"/>
          </p:cNvSpPr>
          <p:nvPr/>
        </p:nvSpPr>
        <p:spPr>
          <a:xfrm xmlns:a="http://schemas.openxmlformats.org/drawingml/2006/main">
            <a:off x="2409825" y="5574982"/>
            <a:ext cx="2400300" cy="1609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364B5E"/>
                </a:solidFill>
                <a:latin typeface="Arial"/>
                <a:ea typeface="Arial"/>
                <a:cs typeface="Arial"/>
              </a:rPr>
              <a:t>Echo movement + change</a:t>
            </a:r>
            <a:endParaRPr sz="975" b="0" i="0" u="none" strike="noStrike" cap="none">
              <a:solidFill>
                <a:srgbClr val="000000"/>
              </a:solidFill>
              <a:latin typeface="Arial"/>
              <a:ea typeface="Arial"/>
              <a:cs typeface="Arial"/>
            </a:endParaRPr>
          </a:p>
        </p:txBody>
      </p:sp>
      <p:sp>
        <p:nvSpPr>
          <p:cNvPr id="117" name="Google Shape;117;p2">
            <a:extLst xmlns:a="http://schemas.openxmlformats.org/drawingml/2006/main">
              <a:ext uri="{FF2B5EF4-FFF2-40B4-BE49-F238E27FC236}">
                <a16:creationId xmlns:a16="http://schemas.microsoft.com/office/drawing/2014/main" id="{9207E269-1711-41FA-ABB4-FA647EB5B3F2}"/>
              </a:ext>
            </a:extLst>
          </p:cNvPr>
          <p:cNvSpPr>
            <a:spLocks xmlns:a="http://schemas.openxmlformats.org/drawingml/2006/main" noGrp="1"/>
          </p:cNvSpPr>
          <p:nvPr/>
        </p:nvSpPr>
        <p:spPr>
          <a:xfrm xmlns:a="http://schemas.openxmlformats.org/drawingml/2006/main">
            <a:off x="1657350" y="5805488"/>
            <a:ext cx="3238500" cy="200025"/>
          </a:xfrm>
          <a:prstGeom xmlns:a="http://schemas.openxmlformats.org/drawingml/2006/main" prst="rect">
            <a:avLst/>
          </a:prstGeom>
          <a:solidFill xmlns:a="http://schemas.openxmlformats.org/drawingml/2006/main">
            <a:srgbClr val="FFF6E8"/>
          </a:solidFill>
          <a:ln xmlns:a="http://schemas.openxmlformats.org/drawingml/2006/main" w="9525" cap="flat" cmpd="sng">
            <a:solidFill>
              <a:srgbClr val="D9B47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8" name="Google Shape;118;p2">
            <a:extLst xmlns:a="http://schemas.openxmlformats.org/drawingml/2006/main">
              <a:ext uri="{FF2B5EF4-FFF2-40B4-BE49-F238E27FC236}">
                <a16:creationId xmlns:a16="http://schemas.microsoft.com/office/drawing/2014/main" id="{61999A91-905A-42F5-BB78-49FDBAE09400}"/>
              </a:ext>
            </a:extLst>
          </p:cNvPr>
          <p:cNvSpPr>
            <a:spLocks xmlns:a="http://schemas.openxmlformats.org/drawingml/2006/main" noGrp="1"/>
          </p:cNvSpPr>
          <p:nvPr/>
        </p:nvSpPr>
        <p:spPr>
          <a:xfrm xmlns:a="http://schemas.openxmlformats.org/drawingml/2006/main">
            <a:off x="1752600" y="5815965"/>
            <a:ext cx="647700" cy="173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96601F"/>
                </a:solidFill>
                <a:latin typeface="Arial"/>
                <a:ea typeface="Arial"/>
                <a:cs typeface="Arial"/>
              </a:rPr>
              <a:t>Clouds</a:t>
            </a:r>
            <a:endParaRPr sz="1050" b="0" i="0" u="none" strike="noStrike" cap="none">
              <a:solidFill>
                <a:srgbClr val="000000"/>
              </a:solidFill>
              <a:latin typeface="Arial"/>
              <a:ea typeface="Arial"/>
              <a:cs typeface="Arial"/>
            </a:endParaRPr>
          </a:p>
        </p:txBody>
      </p:sp>
      <p:sp>
        <p:nvSpPr>
          <p:cNvPr id="119" name="Google Shape;119;p2">
            <a:extLst xmlns:a="http://schemas.openxmlformats.org/drawingml/2006/main">
              <a:ext uri="{FF2B5EF4-FFF2-40B4-BE49-F238E27FC236}">
                <a16:creationId xmlns:a16="http://schemas.microsoft.com/office/drawing/2014/main" id="{B6C7EAE1-508A-4013-B144-5E5AABD4CD75}"/>
              </a:ext>
            </a:extLst>
          </p:cNvPr>
          <p:cNvSpPr>
            <a:spLocks xmlns:a="http://schemas.openxmlformats.org/drawingml/2006/main" noGrp="1"/>
          </p:cNvSpPr>
          <p:nvPr/>
        </p:nvSpPr>
        <p:spPr>
          <a:xfrm xmlns:a="http://schemas.openxmlformats.org/drawingml/2006/main">
            <a:off x="2409825" y="5822632"/>
            <a:ext cx="2400300" cy="1609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364B5E"/>
                </a:solidFill>
                <a:latin typeface="Arial"/>
                <a:ea typeface="Arial"/>
                <a:cs typeface="Arial"/>
              </a:rPr>
              <a:t>Growth + moisture</a:t>
            </a:r>
            <a:endParaRPr sz="975" b="0" i="0" u="none" strike="noStrike" cap="none">
              <a:solidFill>
                <a:srgbClr val="000000"/>
              </a:solidFill>
              <a:latin typeface="Arial"/>
              <a:ea typeface="Arial"/>
              <a:cs typeface="Arial"/>
            </a:endParaRPr>
          </a:p>
        </p:txBody>
      </p:sp>
      <p:sp>
        <p:nvSpPr>
          <p:cNvPr id="120" name="Google Shape;120;p2">
            <a:extLst xmlns:a="http://schemas.openxmlformats.org/drawingml/2006/main">
              <a:ext uri="{FF2B5EF4-FFF2-40B4-BE49-F238E27FC236}">
                <a16:creationId xmlns:a16="http://schemas.microsoft.com/office/drawing/2014/main" id="{EE26B3A2-7E06-42CF-925E-E7F07BBE90F2}"/>
              </a:ext>
            </a:extLst>
          </p:cNvPr>
          <p:cNvSpPr>
            <a:spLocks xmlns:a="http://schemas.openxmlformats.org/drawingml/2006/main" noGrp="1"/>
          </p:cNvSpPr>
          <p:nvPr/>
        </p:nvSpPr>
        <p:spPr>
          <a:xfrm xmlns:a="http://schemas.openxmlformats.org/drawingml/2006/main">
            <a:off x="1657350" y="6053138"/>
            <a:ext cx="3238500" cy="200025"/>
          </a:xfrm>
          <a:prstGeom xmlns:a="http://schemas.openxmlformats.org/drawingml/2006/main" prst="rect">
            <a:avLst/>
          </a:prstGeom>
          <a:solidFill xmlns:a="http://schemas.openxmlformats.org/drawingml/2006/main">
            <a:srgbClr val="F3EFFB"/>
          </a:solidFill>
          <a:ln xmlns:a="http://schemas.openxmlformats.org/drawingml/2006/main" w="9525" cap="flat" cmpd="sng">
            <a:solidFill>
              <a:srgbClr val="B09AC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1" name="Google Shape;121;p2">
            <a:extLst xmlns:a="http://schemas.openxmlformats.org/drawingml/2006/main">
              <a:ext uri="{FF2B5EF4-FFF2-40B4-BE49-F238E27FC236}">
                <a16:creationId xmlns:a16="http://schemas.microsoft.com/office/drawing/2014/main" id="{73258675-3652-49E5-978F-D7DFA1A420E8}"/>
              </a:ext>
            </a:extLst>
          </p:cNvPr>
          <p:cNvSpPr>
            <a:spLocks xmlns:a="http://schemas.openxmlformats.org/drawingml/2006/main" noGrp="1"/>
          </p:cNvSpPr>
          <p:nvPr/>
        </p:nvSpPr>
        <p:spPr>
          <a:xfrm xmlns:a="http://schemas.openxmlformats.org/drawingml/2006/main">
            <a:off x="1752600" y="6063615"/>
            <a:ext cx="647700" cy="173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7250A0"/>
                </a:solidFill>
                <a:latin typeface="Arial"/>
                <a:ea typeface="Arial"/>
                <a:cs typeface="Arial"/>
              </a:rPr>
              <a:t>Labels</a:t>
            </a:r>
            <a:endParaRPr sz="1050" b="0" i="0" u="none" strike="noStrike" cap="none">
              <a:solidFill>
                <a:srgbClr val="000000"/>
              </a:solidFill>
              <a:latin typeface="Arial"/>
              <a:ea typeface="Arial"/>
              <a:cs typeface="Arial"/>
            </a:endParaRPr>
          </a:p>
        </p:txBody>
      </p:sp>
      <p:sp>
        <p:nvSpPr>
          <p:cNvPr id="122" name="Google Shape;122;p2">
            <a:extLst xmlns:a="http://schemas.openxmlformats.org/drawingml/2006/main">
              <a:ext uri="{FF2B5EF4-FFF2-40B4-BE49-F238E27FC236}">
                <a16:creationId xmlns:a16="http://schemas.microsoft.com/office/drawing/2014/main" id="{998E1366-2E99-474C-BDCC-8A81177805EA}"/>
              </a:ext>
            </a:extLst>
          </p:cNvPr>
          <p:cNvSpPr>
            <a:spLocks xmlns:a="http://schemas.openxmlformats.org/drawingml/2006/main" noGrp="1"/>
          </p:cNvSpPr>
          <p:nvPr/>
        </p:nvSpPr>
        <p:spPr>
          <a:xfrm xmlns:a="http://schemas.openxmlformats.org/drawingml/2006/main">
            <a:off x="2409825" y="6070282"/>
            <a:ext cx="2400300" cy="1609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364B5E"/>
                </a:solidFill>
                <a:latin typeface="Arial"/>
                <a:ea typeface="Arial"/>
                <a:cs typeface="Arial"/>
              </a:rPr>
              <a:t>Lightning + rain + coverage</a:t>
            </a:r>
            <a:endParaRPr sz="975" b="0" i="0" u="none" strike="noStrike" cap="none">
              <a:solidFill>
                <a:srgbClr val="000000"/>
              </a:solidFill>
              <a:latin typeface="Arial"/>
              <a:ea typeface="Arial"/>
              <a:cs typeface="Arial"/>
            </a:endParaRPr>
          </a:p>
        </p:txBody>
      </p:sp>
      <p:sp>
        <p:nvSpPr>
          <p:cNvPr id="123" name="Google Shape;123;p2">
            <a:extLst xmlns:a="http://schemas.openxmlformats.org/drawingml/2006/main">
              <a:ext uri="{FF2B5EF4-FFF2-40B4-BE49-F238E27FC236}">
                <a16:creationId xmlns:a16="http://schemas.microsoft.com/office/drawing/2014/main" id="{412352AF-1803-4F7B-8E1A-2D319C46FD07}"/>
              </a:ext>
            </a:extLst>
          </p:cNvPr>
          <p:cNvSpPr>
            <a:spLocks xmlns:a="http://schemas.openxmlformats.org/drawingml/2006/main" noGrp="1"/>
          </p:cNvSpPr>
          <p:nvPr/>
        </p:nvSpPr>
        <p:spPr>
          <a:xfrm xmlns:a="http://schemas.openxmlformats.org/drawingml/2006/main">
            <a:off x="5324475" y="5705475"/>
            <a:ext cx="1400175" cy="400050"/>
          </a:xfrm>
          <a:prstGeom xmlns:a="http://schemas.openxmlformats.org/drawingml/2006/main" prst="rect">
            <a:avLst/>
          </a:prstGeom>
          <a:solidFill xmlns:a="http://schemas.openxmlformats.org/drawingml/2006/main">
            <a:srgbClr val="EAF6F0"/>
          </a:solidFill>
          <a:ln xmlns:a="http://schemas.openxmlformats.org/drawingml/2006/main" w="9525" cap="flat" cmpd="sng">
            <a:solidFill>
              <a:srgbClr val="80B39A"/>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 name="Google Shape;124;p2">
            <a:extLst xmlns:a="http://schemas.openxmlformats.org/drawingml/2006/main">
              <a:ext uri="{FF2B5EF4-FFF2-40B4-BE49-F238E27FC236}">
                <a16:creationId xmlns:a16="http://schemas.microsoft.com/office/drawing/2014/main" id="{5AA9FEA8-6205-4D4C-82E2-733BF4CE78EC}"/>
              </a:ext>
            </a:extLst>
          </p:cNvPr>
          <p:cNvSpPr>
            <a:spLocks xmlns:a="http://schemas.openxmlformats.org/drawingml/2006/main" noGrp="1"/>
          </p:cNvSpPr>
          <p:nvPr/>
        </p:nvSpPr>
        <p:spPr>
          <a:xfrm xmlns:a="http://schemas.openxmlformats.org/drawingml/2006/main">
            <a:off x="5381625" y="5715000"/>
            <a:ext cx="1285875" cy="185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25"/>
              <a:buFont typeface="Arial"/>
              <a:buNone/>
            </a:pPr>
            <a:r>
              <a:rPr sz="1125" b="1" i="0" u="none" strike="noStrike" cap="none">
                <a:solidFill>
                  <a:srgbClr val="267654"/>
                </a:solidFill>
                <a:latin typeface="Arial"/>
                <a:ea typeface="Arial"/>
                <a:cs typeface="Arial"/>
              </a:rPr>
              <a:t>Nowcast</a:t>
            </a:r>
            <a:endParaRPr sz="1125" b="0" i="0" u="none" strike="noStrike" cap="none">
              <a:solidFill>
                <a:srgbClr val="000000"/>
              </a:solidFill>
              <a:latin typeface="Arial"/>
              <a:ea typeface="Arial"/>
              <a:cs typeface="Arial"/>
            </a:endParaRPr>
          </a:p>
        </p:txBody>
      </p:sp>
      <p:sp>
        <p:nvSpPr>
          <p:cNvPr id="125" name="Google Shape;125;p2">
            <a:extLst xmlns:a="http://schemas.openxmlformats.org/drawingml/2006/main">
              <a:ext uri="{FF2B5EF4-FFF2-40B4-BE49-F238E27FC236}">
                <a16:creationId xmlns:a16="http://schemas.microsoft.com/office/drawing/2014/main" id="{B1F7B06B-7819-486D-AF3B-EBAFA6818479}"/>
              </a:ext>
            </a:extLst>
          </p:cNvPr>
          <p:cNvSpPr>
            <a:spLocks xmlns:a="http://schemas.openxmlformats.org/drawingml/2006/main" noGrp="1"/>
          </p:cNvSpPr>
          <p:nvPr/>
        </p:nvSpPr>
        <p:spPr>
          <a:xfrm xmlns:a="http://schemas.openxmlformats.org/drawingml/2006/main">
            <a:off x="5381625" y="5907405"/>
            <a:ext cx="1285875" cy="1461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85"/>
              <a:buFont typeface="Arial"/>
              <a:buNone/>
            </a:pPr>
            <a:r>
              <a:rPr sz="885" b="0" i="0" u="none" strike="noStrike" cap="none">
                <a:solidFill>
                  <a:srgbClr val="42576B"/>
                </a:solidFill>
                <a:latin typeface="Arial"/>
                <a:ea typeface="Arial"/>
                <a:cs typeface="Arial"/>
              </a:rPr>
              <a:t>Risk + onset + evidence</a:t>
            </a:r>
            <a:endParaRPr sz="885" b="0" i="0" u="none" strike="noStrike" cap="none">
              <a:solidFill>
                <a:srgbClr val="000000"/>
              </a:solidFill>
              <a:latin typeface="Arial"/>
              <a:ea typeface="Arial"/>
              <a:cs typeface="Arial"/>
            </a:endParaRPr>
          </a:p>
        </p:txBody>
      </p:sp>
      <p:sp>
        <p:nvSpPr>
          <p:cNvPr id="126" name="Google Shape;126;p2">
            <a:extLst xmlns:a="http://schemas.openxmlformats.org/drawingml/2006/main">
              <a:ext uri="{FF2B5EF4-FFF2-40B4-BE49-F238E27FC236}">
                <a16:creationId xmlns:a16="http://schemas.microsoft.com/office/drawing/2014/main" id="{D39EDFF9-2202-45A5-B992-20FD05955472}"/>
              </a:ext>
            </a:extLst>
          </p:cNvPr>
          <p:cNvSpPr>
            <a:spLocks xmlns:a="http://schemas.openxmlformats.org/drawingml/2006/main" noGrp="1"/>
          </p:cNvSpPr>
          <p:nvPr/>
        </p:nvSpPr>
        <p:spPr>
          <a:xfrm xmlns:a="http://schemas.openxmlformats.org/drawingml/2006/main">
            <a:off x="7086600" y="5872652"/>
            <a:ext cx="4758900" cy="277200"/>
          </a:xfrm>
          <a:prstGeom xmlns:a="http://schemas.openxmlformats.org/drawingml/2006/main" prst="rect">
            <a:avLst/>
          </a:prstGeom>
          <a:solidFill xmlns:a="http://schemas.openxmlformats.org/drawingml/2006/main">
            <a:srgbClr val="980000"/>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47" name="Google Shape;127;p2"/>
          <p:cNvPicPr>
            <a:picLocks xmlns:a="http://schemas.openxmlformats.org/drawingml/2006/main" noChangeAspect="1"/>
          </p:cNvPicPr>
          <p:nvPr/>
        </p:nvPicPr>
        <p:blipFill rotWithShape="1">
          <a:blip xmlns:r="http://schemas.openxmlformats.org/officeDocument/2006/relationships" xmlns:a="http://schemas.openxmlformats.org/drawingml/2006/main" r:embed="R3ba6206126874d41">
            <a:alphaModFix/>
          </a:blip>
          <a:srcRect xmlns:a="http://schemas.openxmlformats.org/drawingml/2006/main" l="16846" t="13597" r="78271" b="71783"/>
          <a:stretch xmlns:a="http://schemas.openxmlformats.org/drawingml/2006/main"/>
        </p:blipFill>
        <p:spPr>
          <a:xfrm xmlns:a="http://schemas.openxmlformats.org/drawingml/2006/main">
            <a:off x="9609758" y="2143736"/>
            <a:ext cx="209551" cy="209550"/>
          </a:xfrm>
          <a:prstGeom xmlns:a="http://schemas.openxmlformats.org/drawingml/2006/main" prst="rect">
            <a:avLst/>
          </a:prstGeom>
          <a:ln xmlns:a="http://schemas.openxmlformats.org/drawingml/2006/main">
            <a:noFill/>
          </a:ln>
        </p:spPr>
      </p:pic>
      <p:sp>
        <p:nvSpPr>
          <p:cNvPr id="128" name="Google Shape;128;p2">
            <a:extLst xmlns:a="http://schemas.openxmlformats.org/drawingml/2006/main">
              <a:ext uri="{FF2B5EF4-FFF2-40B4-BE49-F238E27FC236}">
                <a16:creationId xmlns:a16="http://schemas.microsoft.com/office/drawing/2014/main" id="{8AD73CF0-30BC-4063-A411-B93E6C466B59}"/>
              </a:ext>
            </a:extLst>
          </p:cNvPr>
          <p:cNvSpPr>
            <a:spLocks xmlns:a="http://schemas.openxmlformats.org/drawingml/2006/main" noGrp="1"/>
          </p:cNvSpPr>
          <p:nvPr/>
        </p:nvSpPr>
        <p:spPr>
          <a:xfrm xmlns:a="http://schemas.openxmlformats.org/drawingml/2006/main">
            <a:off x="9858339" y="2133450"/>
            <a:ext cx="21813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127000" marR="0" lvl="0" indent="-101600" algn="l">
              <a:lnSpc>
                <a:spcPct val="100000"/>
              </a:lnSpc>
              <a:spcBef>
                <a:spcPts val="0"/>
              </a:spcBef>
              <a:spcAft>
                <a:spcPts val="0"/>
              </a:spcAft>
              <a:buClr>
                <a:srgbClr val="172534"/>
              </a:buClr>
              <a:buSzPts val="1400"/>
              <a:buFont typeface="Arial"/>
              <a:buChar char="•"/>
            </a:pPr>
            <a:r>
              <a:rPr>
                <a:solidFill>
                  <a:srgbClr val="172534"/>
                </a:solidFill>
              </a:rPr>
              <a:t>No LLM needed</a:t>
            </a:r>
            <a:endParaRPr sz="1400" b="0" i="0" u="none" strike="noStrike" cap="none">
              <a:solidFill>
                <a:srgbClr val="000000"/>
              </a:solidFill>
              <a:latin typeface="Arial"/>
              <a:ea typeface="Arial"/>
              <a:cs typeface="Arial"/>
            </a:endParaRPr>
          </a:p>
        </p:txBody>
      </p:sp>
      <p:sp>
        <p:nvSpPr>
          <p:cNvPr id="139" name="Historical radar disclosure">
            <a:extLst xmlns:a="http://schemas.openxmlformats.org/drawingml/2006/main">
              <a:ext uri="{FF2B5EF4-FFF2-40B4-BE49-F238E27FC236}">
                <a16:creationId xmlns:a16="http://schemas.microsoft.com/office/drawing/2014/main" id="{7396F4F6-A5C3-4F2B-B5EC-8D1EDE56B966}"/>
              </a:ext>
            </a:extLst>
          </p:cNvPr>
          <p:cNvSpPr>
            <a:spLocks xmlns:a="http://schemas.openxmlformats.org/drawingml/2006/main" noGrp="1"/>
          </p:cNvSpPr>
          <p:nvPr/>
        </p:nvSpPr>
        <p:spPr>
          <a:xfrm xmlns:a="http://schemas.openxmlformats.org/drawingml/2006/main">
            <a:off x="7086600" y="5886450"/>
            <a:ext cx="4733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French radar demo. NCR validation pending.</a:t>
            </a:r>
          </a:p>
        </p:txBody>
      </p:sp>
    </p:spTree>
    <p:extLst>
      <p:ext uri="{BB962C8B-B14F-4D97-AF65-F5344CB8AC3E}">
        <p14:creationId xmlns:p14="http://schemas.microsoft.com/office/powerpoint/2010/main" val="54275880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3" name="Google Shape;133;p4">
            <a:extLst xmlns:a="http://schemas.openxmlformats.org/drawingml/2006/main">
              <a:ext uri="{FF2B5EF4-FFF2-40B4-BE49-F238E27FC236}">
                <a16:creationId xmlns:a16="http://schemas.microsoft.com/office/drawing/2014/main" id="{65853CF6-FC9F-4691-B6DA-33C8E05148AB}"/>
              </a:ext>
            </a:extLst>
          </p:cNvPr>
          <p:cNvSpPr>
            <a:spLocks xmlns:a="http://schemas.openxmlformats.org/drawingml/2006/main" noGrp="1"/>
          </p:cNvSpPr>
          <p:nvPr/>
        </p:nvSpPr>
        <p:spPr>
          <a:xfrm xmlns:a="http://schemas.openxmlformats.org/drawingml/2006/main">
            <a:off x="4693925" y="6404314"/>
            <a:ext cx="3112500" cy="26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134" name="Google Shape;134;p4">
            <a:extLst xmlns:a="http://schemas.openxmlformats.org/drawingml/2006/main">
              <a:ext uri="{FF2B5EF4-FFF2-40B4-BE49-F238E27FC236}">
                <a16:creationId xmlns:a16="http://schemas.microsoft.com/office/drawing/2014/main" id="{A6EE1A7D-CF09-4BCB-9CCB-C176DEC889F2}"/>
              </a:ext>
            </a:extLst>
          </p:cNvPr>
          <p:cNvSpPr>
            <a:spLocks xmlns:a="http://schemas.openxmlformats.org/drawingml/2006/main" noGrp="1"/>
          </p:cNvSpPr>
          <p:nvPr>
            <p:ph type="title" idx="0"/>
          </p:nvPr>
        </p:nvSpPr>
        <p:spPr>
          <a:xfrm xmlns:a="http://schemas.openxmlformats.org/drawingml/2006/main">
            <a:off x="1771650" y="39342"/>
            <a:ext cx="7972500" cy="81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400"/>
              <a:buFont typeface="Times New Roman"/>
              <a:buNone/>
            </a:pPr>
            <a:r>
              <a:rPr sz="3400" b="1">
                <a:latin typeface="Times New Roman"/>
                <a:ea typeface="Times New Roman"/>
                <a:cs typeface="Times New Roman"/>
              </a:rPr>
              <a:t>TECHNICAL APPROACH</a:t>
            </a:r>
            <a:endParaRPr/>
          </a:p>
        </p:txBody>
      </p:sp>
      <p:sp>
        <p:nvSpPr>
          <p:cNvPr id="135" name="Google Shape;135;p4">
            <a:extLst xmlns:a="http://schemas.openxmlformats.org/drawingml/2006/main">
              <a:ext uri="{FF2B5EF4-FFF2-40B4-BE49-F238E27FC236}">
                <a16:creationId xmlns:a16="http://schemas.microsoft.com/office/drawing/2014/main" id="{095DAFBE-08AC-4824-9006-9CF729763708}"/>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136" name="Google Shape;136;p4">
            <a:extLst xmlns:a="http://schemas.openxmlformats.org/drawingml/2006/main">
              <a:ext uri="{FF2B5EF4-FFF2-40B4-BE49-F238E27FC236}">
                <a16:creationId xmlns:a16="http://schemas.microsoft.com/office/drawing/2014/main" id="{B96F497A-38E6-42CC-AA2A-C56321F79206}"/>
              </a:ext>
            </a:extLst>
          </p:cNvPr>
          <p:cNvSpPr>
            <a:spLocks xmlns:a="http://schemas.openxmlformats.org/drawingml/2006/main" noGrp="1"/>
          </p:cNvSpPr>
          <p:nvPr/>
        </p:nvSpPr>
        <p:spPr>
          <a:xfrm xmlns:a="http://schemas.openxmlformats.org/drawingml/2006/main">
            <a:off x="4693920" y="6404296"/>
            <a:ext cx="3112500" cy="26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45700" rIns="45700" bIns="45700"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137" name="Google Shape;137;p4">
            <a:extLst xmlns:a="http://schemas.openxmlformats.org/drawingml/2006/main">
              <a:ext uri="{FF2B5EF4-FFF2-40B4-BE49-F238E27FC236}">
                <a16:creationId xmlns:a16="http://schemas.microsoft.com/office/drawing/2014/main" id="{58485B39-1D5E-4EDF-A0B7-6BFFF7E3D51B}"/>
              </a:ext>
            </a:extLst>
          </p:cNvPr>
          <p:cNvSpPr>
            <a:spLocks xmlns:a="http://schemas.openxmlformats.org/drawingml/2006/main" noGrp="1"/>
          </p:cNvSpPr>
          <p:nvPr/>
        </p:nvSpPr>
        <p:spPr>
          <a:xfrm xmlns:a="http://schemas.openxmlformats.org/drawingml/2006/main">
            <a:off x="11393502" y="6404296"/>
            <a:ext cx="1890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45700" rIns="45700" bIns="45700"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r>
              <a:rPr sz="1200" b="1" i="0" u="none" strike="noStrike" cap="none">
                <a:solidFill>
                  <a:srgbClr val="FFFFFF"/>
                </a:solidFill>
                <a:latin typeface="Oswald"/>
                <a:ea typeface="Oswald"/>
                <a:cs typeface="Oswald"/>
              </a:rPr>
              <a:t>4</a:t>
            </a:r>
            <a:endParaRPr sz="1400" b="0" i="0" u="none" strike="noStrike" cap="none">
              <a:solidFill>
                <a:srgbClr val="000000"/>
              </a:solidFill>
              <a:latin typeface="Arial"/>
              <a:ea typeface="Arial"/>
              <a:cs typeface="Arial"/>
            </a:endParaRPr>
          </a:p>
        </p:txBody>
      </p:sp>
      <p:pic>
        <p:nvPicPr>
          <p:cNvPr id="750" name="Google Shape;138;p4"/>
          <p:cNvPicPr>
            <a:picLocks xmlns:a="http://schemas.openxmlformats.org/drawingml/2006/main" noChangeAspect="1"/>
          </p:cNvPicPr>
          <p:nvPr/>
        </p:nvPicPr>
        <p:blipFill rotWithShape="1">
          <a:blip xmlns:r="http://schemas.openxmlformats.org/officeDocument/2006/relationships" xmlns:a="http://schemas.openxmlformats.org/drawingml/2006/main" r:embed="R6ab8b97170ec45f2">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139" name="Google Shape;139;p4">
            <a:extLst xmlns:a="http://schemas.openxmlformats.org/drawingml/2006/main">
              <a:ext uri="{FF2B5EF4-FFF2-40B4-BE49-F238E27FC236}">
                <a16:creationId xmlns:a16="http://schemas.microsoft.com/office/drawing/2014/main" id="{3F6035DF-CC34-44C0-A9D7-986510370A86}"/>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pic>
        <p:nvPicPr>
          <p:cNvPr id="752" name="Google Shape;140;p4"/>
          <p:cNvPicPr>
            <a:picLocks xmlns:a="http://schemas.openxmlformats.org/drawingml/2006/main" noChangeAspect="1"/>
          </p:cNvPicPr>
          <p:nvPr/>
        </p:nvPicPr>
        <p:blipFill rotWithShape="1">
          <a:blip xmlns:r="http://schemas.openxmlformats.org/officeDocument/2006/relationships" xmlns:a="http://schemas.openxmlformats.org/drawingml/2006/main" r:embed="R637c7839cada46a0">
            <a:alphaModFix/>
          </a:blip>
          <a:srcRect xmlns:a="http://schemas.openxmlformats.org/drawingml/2006/main" l="0" t="0" r="0" b="0"/>
          <a:stretch xmlns:a="http://schemas.openxmlformats.org/drawingml/2006/main"/>
        </p:blipFill>
        <p:spPr>
          <a:xfrm xmlns:a="http://schemas.openxmlformats.org/drawingml/2006/main">
            <a:off x="201614" y="5596550"/>
            <a:ext cx="342965" cy="342965"/>
          </a:xfrm>
          <a:prstGeom xmlns:a="http://schemas.openxmlformats.org/drawingml/2006/main" prst="rect">
            <a:avLst/>
          </a:prstGeom>
          <a:ln xmlns:a="http://schemas.openxmlformats.org/drawingml/2006/main">
            <a:noFill/>
          </a:ln>
        </p:spPr>
      </p:pic>
      <p:sp>
        <p:nvSpPr>
          <p:cNvPr id="141" name="Google Shape;141;p4">
            <a:extLst xmlns:a="http://schemas.openxmlformats.org/drawingml/2006/main">
              <a:ext uri="{FF2B5EF4-FFF2-40B4-BE49-F238E27FC236}">
                <a16:creationId xmlns:a16="http://schemas.microsoft.com/office/drawing/2014/main" id="{893AB810-7C41-48AC-8C43-8B281C460EA3}"/>
              </a:ext>
            </a:extLst>
          </p:cNvPr>
          <p:cNvSpPr>
            <a:spLocks xmlns:a="http://schemas.openxmlformats.org/drawingml/2006/main" noGrp="1"/>
          </p:cNvSpPr>
          <p:nvPr/>
        </p:nvSpPr>
        <p:spPr>
          <a:xfrm xmlns:a="http://schemas.openxmlformats.org/drawingml/2006/main">
            <a:off x="121230"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Python</a:t>
            </a:r>
            <a:endParaRPr sz="760" b="0" i="0" u="none" strike="noStrike" cap="none">
              <a:solidFill>
                <a:srgbClr val="000000"/>
              </a:solidFill>
              <a:latin typeface="Arial"/>
              <a:ea typeface="Arial"/>
              <a:cs typeface="Arial"/>
            </a:endParaRPr>
          </a:p>
        </p:txBody>
      </p:sp>
      <p:pic>
        <p:nvPicPr>
          <p:cNvPr id="754" name="Google Shape;142;p4"/>
          <p:cNvPicPr>
            <a:picLocks xmlns:a="http://schemas.openxmlformats.org/drawingml/2006/main" noChangeAspect="1"/>
          </p:cNvPicPr>
          <p:nvPr/>
        </p:nvPicPr>
        <p:blipFill rotWithShape="1">
          <a:blip xmlns:r="http://schemas.openxmlformats.org/officeDocument/2006/relationships" xmlns:a="http://schemas.openxmlformats.org/drawingml/2006/main" r:embed="Rd609c59f19fa4a69">
            <a:alphaModFix/>
          </a:blip>
          <a:srcRect xmlns:a="http://schemas.openxmlformats.org/drawingml/2006/main" l="0" t="0" r="0" b="0"/>
          <a:stretch xmlns:a="http://schemas.openxmlformats.org/drawingml/2006/main"/>
        </p:blipFill>
        <p:spPr>
          <a:xfrm xmlns:a="http://schemas.openxmlformats.org/drawingml/2006/main">
            <a:off x="705355" y="5596550"/>
            <a:ext cx="342965" cy="342965"/>
          </a:xfrm>
          <a:prstGeom xmlns:a="http://schemas.openxmlformats.org/drawingml/2006/main" prst="rect">
            <a:avLst/>
          </a:prstGeom>
          <a:ln xmlns:a="http://schemas.openxmlformats.org/drawingml/2006/main">
            <a:noFill/>
          </a:ln>
        </p:spPr>
      </p:pic>
      <p:sp>
        <p:nvSpPr>
          <p:cNvPr id="143" name="Google Shape;143;p4">
            <a:extLst xmlns:a="http://schemas.openxmlformats.org/drawingml/2006/main">
              <a:ext uri="{FF2B5EF4-FFF2-40B4-BE49-F238E27FC236}">
                <a16:creationId xmlns:a16="http://schemas.microsoft.com/office/drawing/2014/main" id="{7FCC032B-E526-43CD-A899-E0112DFA77CB}"/>
              </a:ext>
            </a:extLst>
          </p:cNvPr>
          <p:cNvSpPr>
            <a:spLocks xmlns:a="http://schemas.openxmlformats.org/drawingml/2006/main" noGrp="1"/>
          </p:cNvSpPr>
          <p:nvPr/>
        </p:nvSpPr>
        <p:spPr>
          <a:xfrm xmlns:a="http://schemas.openxmlformats.org/drawingml/2006/main">
            <a:off x="624971"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PyTorch</a:t>
            </a:r>
            <a:endParaRPr sz="760" b="0" i="0" u="none" strike="noStrike" cap="none">
              <a:solidFill>
                <a:srgbClr val="000000"/>
              </a:solidFill>
              <a:latin typeface="Arial"/>
              <a:ea typeface="Arial"/>
              <a:cs typeface="Arial"/>
            </a:endParaRPr>
          </a:p>
        </p:txBody>
      </p:sp>
      <p:pic>
        <p:nvPicPr>
          <p:cNvPr id="756" name="Google Shape;144;p4"/>
          <p:cNvPicPr>
            <a:picLocks xmlns:a="http://schemas.openxmlformats.org/drawingml/2006/main" noChangeAspect="1"/>
          </p:cNvPicPr>
          <p:nvPr/>
        </p:nvPicPr>
        <p:blipFill rotWithShape="1">
          <a:blip xmlns:r="http://schemas.openxmlformats.org/officeDocument/2006/relationships" xmlns:a="http://schemas.openxmlformats.org/drawingml/2006/main" r:embed="Rfe1dbffd1efb48a6">
            <a:alphaModFix/>
          </a:blip>
          <a:srcRect xmlns:a="http://schemas.openxmlformats.org/drawingml/2006/main" l="0" t="0" r="0" b="0"/>
          <a:stretch xmlns:a="http://schemas.openxmlformats.org/drawingml/2006/main"/>
        </p:blipFill>
        <p:spPr>
          <a:xfrm xmlns:a="http://schemas.openxmlformats.org/drawingml/2006/main">
            <a:off x="1209095" y="5596550"/>
            <a:ext cx="342965" cy="342965"/>
          </a:xfrm>
          <a:prstGeom xmlns:a="http://schemas.openxmlformats.org/drawingml/2006/main" prst="rect">
            <a:avLst/>
          </a:prstGeom>
          <a:ln xmlns:a="http://schemas.openxmlformats.org/drawingml/2006/main">
            <a:noFill/>
          </a:ln>
        </p:spPr>
      </p:pic>
      <p:sp>
        <p:nvSpPr>
          <p:cNvPr id="145" name="Google Shape;145;p4">
            <a:extLst xmlns:a="http://schemas.openxmlformats.org/drawingml/2006/main">
              <a:ext uri="{FF2B5EF4-FFF2-40B4-BE49-F238E27FC236}">
                <a16:creationId xmlns:a16="http://schemas.microsoft.com/office/drawing/2014/main" id="{6BF50B8C-1B53-47F3-A69E-91EF4AAC0FCE}"/>
              </a:ext>
            </a:extLst>
          </p:cNvPr>
          <p:cNvSpPr>
            <a:spLocks xmlns:a="http://schemas.openxmlformats.org/drawingml/2006/main" noGrp="1"/>
          </p:cNvSpPr>
          <p:nvPr/>
        </p:nvSpPr>
        <p:spPr>
          <a:xfrm xmlns:a="http://schemas.openxmlformats.org/drawingml/2006/main">
            <a:off x="1128711"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OpenCV</a:t>
            </a:r>
            <a:endParaRPr sz="760" b="0" i="0" u="none" strike="noStrike" cap="none">
              <a:solidFill>
                <a:srgbClr val="000000"/>
              </a:solidFill>
              <a:latin typeface="Arial"/>
              <a:ea typeface="Arial"/>
              <a:cs typeface="Arial"/>
            </a:endParaRPr>
          </a:p>
        </p:txBody>
      </p:sp>
      <p:sp>
        <p:nvSpPr>
          <p:cNvPr id="147" name="Google Shape;147;p4">
            <a:extLst xmlns:a="http://schemas.openxmlformats.org/drawingml/2006/main">
              <a:ext uri="{FF2B5EF4-FFF2-40B4-BE49-F238E27FC236}">
                <a16:creationId xmlns:a16="http://schemas.microsoft.com/office/drawing/2014/main" id="{C3DB2E0F-7791-4212-A92B-D8A1CF59061D}"/>
              </a:ext>
            </a:extLst>
          </p:cNvPr>
          <p:cNvSpPr>
            <a:spLocks xmlns:a="http://schemas.openxmlformats.org/drawingml/2006/main" noGrp="1"/>
          </p:cNvSpPr>
          <p:nvPr/>
        </p:nvSpPr>
        <p:spPr>
          <a:xfrm xmlns:a="http://schemas.openxmlformats.org/drawingml/2006/main">
            <a:off x="1595411" y="5977025"/>
            <a:ext cx="6432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xarray</a:t>
            </a:r>
            <a:endParaRPr sz="760" b="0" i="0" u="none" strike="noStrike" cap="none">
              <a:solidFill>
                <a:srgbClr val="000000"/>
              </a:solidFill>
              <a:latin typeface="Arial"/>
              <a:ea typeface="Arial"/>
              <a:cs typeface="Arial"/>
            </a:endParaRPr>
          </a:p>
        </p:txBody>
      </p:sp>
      <p:pic>
        <p:nvPicPr>
          <p:cNvPr id="759" name="Google Shape;148;p4"/>
          <p:cNvPicPr>
            <a:picLocks xmlns:a="http://schemas.openxmlformats.org/drawingml/2006/main" noChangeAspect="1"/>
          </p:cNvPicPr>
          <p:nvPr/>
        </p:nvPicPr>
        <p:blipFill rotWithShape="1">
          <a:blip xmlns:r="http://schemas.openxmlformats.org/officeDocument/2006/relationships" xmlns:a="http://schemas.openxmlformats.org/drawingml/2006/main" r:embed="Rba6a237439e74ddb">
            <a:alphaModFix/>
          </a:blip>
          <a:srcRect xmlns:a="http://schemas.openxmlformats.org/drawingml/2006/main" l="0" t="0" r="0" b="0"/>
          <a:stretch xmlns:a="http://schemas.openxmlformats.org/drawingml/2006/main"/>
        </p:blipFill>
        <p:spPr>
          <a:xfrm xmlns:a="http://schemas.openxmlformats.org/drawingml/2006/main">
            <a:off x="2280884" y="5596550"/>
            <a:ext cx="342965" cy="342965"/>
          </a:xfrm>
          <a:prstGeom xmlns:a="http://schemas.openxmlformats.org/drawingml/2006/main" prst="rect">
            <a:avLst/>
          </a:prstGeom>
          <a:ln xmlns:a="http://schemas.openxmlformats.org/drawingml/2006/main">
            <a:noFill/>
          </a:ln>
        </p:spPr>
      </p:pic>
      <p:sp>
        <p:nvSpPr>
          <p:cNvPr id="149" name="Google Shape;149;p4">
            <a:extLst xmlns:a="http://schemas.openxmlformats.org/drawingml/2006/main">
              <a:ext uri="{FF2B5EF4-FFF2-40B4-BE49-F238E27FC236}">
                <a16:creationId xmlns:a16="http://schemas.microsoft.com/office/drawing/2014/main" id="{873819F4-47D8-4B9D-B3F9-87FE48C194C9}"/>
              </a:ext>
            </a:extLst>
          </p:cNvPr>
          <p:cNvSpPr>
            <a:spLocks xmlns:a="http://schemas.openxmlformats.org/drawingml/2006/main" noGrp="1"/>
          </p:cNvSpPr>
          <p:nvPr/>
        </p:nvSpPr>
        <p:spPr>
          <a:xfrm xmlns:a="http://schemas.openxmlformats.org/drawingml/2006/main">
            <a:off x="2200500"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FastAPI</a:t>
            </a:r>
            <a:endParaRPr sz="760" b="0" i="0" u="none" strike="noStrike" cap="none">
              <a:solidFill>
                <a:srgbClr val="000000"/>
              </a:solidFill>
              <a:latin typeface="Arial"/>
              <a:ea typeface="Arial"/>
              <a:cs typeface="Arial"/>
            </a:endParaRPr>
          </a:p>
        </p:txBody>
      </p:sp>
      <p:pic>
        <p:nvPicPr>
          <p:cNvPr id="761" name="Google Shape;150;p4"/>
          <p:cNvPicPr>
            <a:picLocks xmlns:a="http://schemas.openxmlformats.org/drawingml/2006/main" noChangeAspect="1"/>
          </p:cNvPicPr>
          <p:nvPr/>
        </p:nvPicPr>
        <p:blipFill rotWithShape="1">
          <a:blip xmlns:r="http://schemas.openxmlformats.org/officeDocument/2006/relationships" xmlns:a="http://schemas.openxmlformats.org/drawingml/2006/main" r:embed="R226d13f6c66b48f4">
            <a:alphaModFix/>
          </a:blip>
          <a:srcRect xmlns:a="http://schemas.openxmlformats.org/drawingml/2006/main" l="0" t="0" r="0" b="0"/>
          <a:stretch xmlns:a="http://schemas.openxmlformats.org/drawingml/2006/main"/>
        </p:blipFill>
        <p:spPr>
          <a:xfrm xmlns:a="http://schemas.openxmlformats.org/drawingml/2006/main">
            <a:off x="2784624" y="5596550"/>
            <a:ext cx="342965" cy="342965"/>
          </a:xfrm>
          <a:prstGeom xmlns:a="http://schemas.openxmlformats.org/drawingml/2006/main" prst="rect">
            <a:avLst/>
          </a:prstGeom>
          <a:ln xmlns:a="http://schemas.openxmlformats.org/drawingml/2006/main">
            <a:noFill/>
          </a:ln>
        </p:spPr>
      </p:pic>
      <p:sp>
        <p:nvSpPr>
          <p:cNvPr id="151" name="Google Shape;151;p4">
            <a:extLst xmlns:a="http://schemas.openxmlformats.org/drawingml/2006/main">
              <a:ext uri="{FF2B5EF4-FFF2-40B4-BE49-F238E27FC236}">
                <a16:creationId xmlns:a16="http://schemas.microsoft.com/office/drawing/2014/main" id="{0AF425FB-ECDD-4F14-9625-3C96EE858B77}"/>
              </a:ext>
            </a:extLst>
          </p:cNvPr>
          <p:cNvSpPr>
            <a:spLocks xmlns:a="http://schemas.openxmlformats.org/drawingml/2006/main" noGrp="1"/>
          </p:cNvSpPr>
          <p:nvPr/>
        </p:nvSpPr>
        <p:spPr>
          <a:xfrm xmlns:a="http://schemas.openxmlformats.org/drawingml/2006/main">
            <a:off x="2704240"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SQLite</a:t>
            </a:r>
            <a:endParaRPr sz="760" b="0" i="0" u="none" strike="noStrike" cap="none">
              <a:solidFill>
                <a:srgbClr val="000000"/>
              </a:solidFill>
              <a:latin typeface="Arial"/>
              <a:ea typeface="Arial"/>
              <a:cs typeface="Arial"/>
            </a:endParaRPr>
          </a:p>
        </p:txBody>
      </p:sp>
      <p:pic>
        <p:nvPicPr>
          <p:cNvPr id="763" name="Google Shape;152;p4"/>
          <p:cNvPicPr>
            <a:picLocks xmlns:a="http://schemas.openxmlformats.org/drawingml/2006/main" noChangeAspect="1"/>
          </p:cNvPicPr>
          <p:nvPr/>
        </p:nvPicPr>
        <p:blipFill rotWithShape="1">
          <a:blip xmlns:r="http://schemas.openxmlformats.org/officeDocument/2006/relationships" xmlns:a="http://schemas.openxmlformats.org/drawingml/2006/main" r:embed="R8cb8005d0b3d41c9">
            <a:alphaModFix/>
          </a:blip>
          <a:srcRect xmlns:a="http://schemas.openxmlformats.org/drawingml/2006/main" l="0" t="0" r="0" b="0"/>
          <a:stretch xmlns:a="http://schemas.openxmlformats.org/drawingml/2006/main"/>
        </p:blipFill>
        <p:spPr>
          <a:xfrm xmlns:a="http://schemas.openxmlformats.org/drawingml/2006/main">
            <a:off x="3333916" y="5596550"/>
            <a:ext cx="342965" cy="342965"/>
          </a:xfrm>
          <a:prstGeom xmlns:a="http://schemas.openxmlformats.org/drawingml/2006/main" prst="rect">
            <a:avLst/>
          </a:prstGeom>
          <a:ln xmlns:a="http://schemas.openxmlformats.org/drawingml/2006/main">
            <a:noFill/>
          </a:ln>
        </p:spPr>
      </p:pic>
      <p:sp>
        <p:nvSpPr>
          <p:cNvPr id="153" name="Google Shape;153;p4">
            <a:extLst xmlns:a="http://schemas.openxmlformats.org/drawingml/2006/main">
              <a:ext uri="{FF2B5EF4-FFF2-40B4-BE49-F238E27FC236}">
                <a16:creationId xmlns:a16="http://schemas.microsoft.com/office/drawing/2014/main" id="{1C5EC0D0-E477-4475-AA2F-3045E3206B1B}"/>
              </a:ext>
            </a:extLst>
          </p:cNvPr>
          <p:cNvSpPr>
            <a:spLocks xmlns:a="http://schemas.openxmlformats.org/drawingml/2006/main" noGrp="1"/>
          </p:cNvSpPr>
          <p:nvPr/>
        </p:nvSpPr>
        <p:spPr>
          <a:xfrm xmlns:a="http://schemas.openxmlformats.org/drawingml/2006/main">
            <a:off x="3207981" y="5977027"/>
            <a:ext cx="5949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JavaScript</a:t>
            </a:r>
            <a:endParaRPr sz="760" b="0" i="0" u="none" strike="noStrike" cap="none">
              <a:solidFill>
                <a:srgbClr val="000000"/>
              </a:solidFill>
              <a:latin typeface="Arial"/>
              <a:ea typeface="Arial"/>
              <a:cs typeface="Arial"/>
            </a:endParaRPr>
          </a:p>
        </p:txBody>
      </p:sp>
      <p:sp>
        <p:nvSpPr>
          <p:cNvPr id="154" name="Google Shape;154;p4">
            <a:extLst xmlns:a="http://schemas.openxmlformats.org/drawingml/2006/main">
              <a:ext uri="{FF2B5EF4-FFF2-40B4-BE49-F238E27FC236}">
                <a16:creationId xmlns:a16="http://schemas.microsoft.com/office/drawing/2014/main" id="{6F861F47-0893-4F3E-84D8-C5062143BFBD}"/>
              </a:ext>
            </a:extLst>
          </p:cNvPr>
          <p:cNvSpPr>
            <a:spLocks xmlns:a="http://schemas.openxmlformats.org/drawingml/2006/main" noGrp="1"/>
          </p:cNvSpPr>
          <p:nvPr/>
        </p:nvSpPr>
        <p:spPr>
          <a:xfrm xmlns:a="http://schemas.openxmlformats.org/drawingml/2006/main">
            <a:off x="4255632" y="5687650"/>
            <a:ext cx="567900" cy="15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2453A6"/>
              </a:buClr>
              <a:buSzPts val="886"/>
              <a:buFont typeface="Arial"/>
              <a:buNone/>
            </a:pPr>
            <a:r>
              <a:rPr sz="886" b="1" i="0" u="none" strike="noStrike" cap="none">
                <a:solidFill>
                  <a:srgbClr val="2453A6"/>
                </a:solidFill>
                <a:latin typeface="Arial"/>
                <a:ea typeface="Arial"/>
                <a:cs typeface="Arial"/>
              </a:rPr>
              <a:t>Flow</a:t>
            </a:r>
            <a:endParaRPr sz="886" b="0" i="0" u="none" strike="noStrike" cap="none">
              <a:solidFill>
                <a:srgbClr val="000000"/>
              </a:solidFill>
              <a:latin typeface="Arial"/>
              <a:ea typeface="Arial"/>
              <a:cs typeface="Arial"/>
            </a:endParaRPr>
          </a:p>
        </p:txBody>
      </p:sp>
      <p:sp>
        <p:nvSpPr>
          <p:cNvPr id="155" name="Google Shape;155;p4">
            <a:extLst xmlns:a="http://schemas.openxmlformats.org/drawingml/2006/main">
              <a:ext uri="{FF2B5EF4-FFF2-40B4-BE49-F238E27FC236}">
                <a16:creationId xmlns:a16="http://schemas.microsoft.com/office/drawing/2014/main" id="{68454BB8-4575-4FA0-AF55-3128DC997528}"/>
              </a:ext>
            </a:extLst>
          </p:cNvPr>
          <p:cNvSpPr>
            <a:spLocks xmlns:a="http://schemas.openxmlformats.org/drawingml/2006/main" noGrp="1"/>
          </p:cNvSpPr>
          <p:nvPr/>
        </p:nvSpPr>
        <p:spPr>
          <a:xfrm xmlns:a="http://schemas.openxmlformats.org/drawingml/2006/main">
            <a:off x="4255632" y="5977027"/>
            <a:ext cx="5679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Optical flow</a:t>
            </a:r>
            <a:endParaRPr sz="760" b="0" i="0" u="none" strike="noStrike" cap="none">
              <a:solidFill>
                <a:srgbClr val="000000"/>
              </a:solidFill>
              <a:latin typeface="Arial"/>
              <a:ea typeface="Arial"/>
              <a:cs typeface="Arial"/>
            </a:endParaRPr>
          </a:p>
        </p:txBody>
      </p:sp>
      <p:sp>
        <p:nvSpPr>
          <p:cNvPr id="156" name="Google Shape;156;p4">
            <a:extLst xmlns:a="http://schemas.openxmlformats.org/drawingml/2006/main">
              <a:ext uri="{FF2B5EF4-FFF2-40B4-BE49-F238E27FC236}">
                <a16:creationId xmlns:a16="http://schemas.microsoft.com/office/drawing/2014/main" id="{5BD1C82A-FB77-4CAB-B13D-DE98A6DE735F}"/>
              </a:ext>
            </a:extLst>
          </p:cNvPr>
          <p:cNvSpPr>
            <a:spLocks xmlns:a="http://schemas.openxmlformats.org/drawingml/2006/main" noGrp="1"/>
          </p:cNvSpPr>
          <p:nvPr/>
        </p:nvSpPr>
        <p:spPr>
          <a:xfrm xmlns:a="http://schemas.openxmlformats.org/drawingml/2006/main">
            <a:off x="4823679" y="5687650"/>
            <a:ext cx="514500" cy="15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F42A8"/>
              </a:buClr>
              <a:buSzPts val="886"/>
              <a:buFont typeface="Arial"/>
              <a:buNone/>
            </a:pPr>
            <a:r>
              <a:rPr sz="886" b="1" i="0" u="none" strike="noStrike" cap="none">
                <a:solidFill>
                  <a:srgbClr val="6F42A8"/>
                </a:solidFill>
                <a:latin typeface="Arial"/>
                <a:ea typeface="Arial"/>
                <a:cs typeface="Arial"/>
              </a:rPr>
              <a:t>Masks</a:t>
            </a:r>
            <a:endParaRPr sz="886" b="0" i="0" u="none" strike="noStrike" cap="none">
              <a:solidFill>
                <a:srgbClr val="000000"/>
              </a:solidFill>
              <a:latin typeface="Arial"/>
              <a:ea typeface="Arial"/>
              <a:cs typeface="Arial"/>
            </a:endParaRPr>
          </a:p>
        </p:txBody>
      </p:sp>
      <p:sp>
        <p:nvSpPr>
          <p:cNvPr id="157" name="Google Shape;157;p4">
            <a:extLst xmlns:a="http://schemas.openxmlformats.org/drawingml/2006/main">
              <a:ext uri="{FF2B5EF4-FFF2-40B4-BE49-F238E27FC236}">
                <a16:creationId xmlns:a16="http://schemas.microsoft.com/office/drawing/2014/main" id="{FB5D77EA-B103-4CAD-B6F4-7D32ADACFA87}"/>
              </a:ext>
            </a:extLst>
          </p:cNvPr>
          <p:cNvSpPr>
            <a:spLocks xmlns:a="http://schemas.openxmlformats.org/drawingml/2006/main" noGrp="1"/>
          </p:cNvSpPr>
          <p:nvPr/>
        </p:nvSpPr>
        <p:spPr>
          <a:xfrm xmlns:a="http://schemas.openxmlformats.org/drawingml/2006/main">
            <a:off x="4823679" y="5977027"/>
            <a:ext cx="5145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QC / age</a:t>
            </a:r>
            <a:endParaRPr sz="760" b="0" i="0" u="none" strike="noStrike" cap="none">
              <a:solidFill>
                <a:srgbClr val="000000"/>
              </a:solidFill>
              <a:latin typeface="Arial"/>
              <a:ea typeface="Arial"/>
              <a:cs typeface="Arial"/>
            </a:endParaRPr>
          </a:p>
        </p:txBody>
      </p:sp>
      <p:sp>
        <p:nvSpPr>
          <p:cNvPr id="158" name="Google Shape;158;p4">
            <a:extLst xmlns:a="http://schemas.openxmlformats.org/drawingml/2006/main">
              <a:ext uri="{FF2B5EF4-FFF2-40B4-BE49-F238E27FC236}">
                <a16:creationId xmlns:a16="http://schemas.microsoft.com/office/drawing/2014/main" id="{0E9096EE-D5DA-4E85-B249-9D3AECE2BCA5}"/>
              </a:ext>
            </a:extLst>
          </p:cNvPr>
          <p:cNvSpPr>
            <a:spLocks xmlns:a="http://schemas.openxmlformats.org/drawingml/2006/main" noGrp="1"/>
          </p:cNvSpPr>
          <p:nvPr/>
        </p:nvSpPr>
        <p:spPr>
          <a:xfrm xmlns:a="http://schemas.openxmlformats.org/drawingml/2006/main">
            <a:off x="5338138" y="5687650"/>
            <a:ext cx="954000" cy="15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723AC1"/>
              </a:buClr>
              <a:buSzPts val="928"/>
              <a:buFont typeface="Arial"/>
              <a:buNone/>
            </a:pPr>
            <a:r>
              <a:rPr sz="928" b="1" i="0" u="none" strike="noStrike" cap="none">
                <a:solidFill>
                  <a:srgbClr val="723AC1"/>
                </a:solidFill>
                <a:latin typeface="Arial"/>
                <a:ea typeface="Arial"/>
                <a:cs typeface="Arial"/>
              </a:rPr>
              <a:t>ConvLSTM</a:t>
            </a:r>
            <a:endParaRPr sz="928" b="0" i="0" u="none" strike="noStrike" cap="none">
              <a:solidFill>
                <a:srgbClr val="000000"/>
              </a:solidFill>
              <a:latin typeface="Arial"/>
              <a:ea typeface="Arial"/>
              <a:cs typeface="Arial"/>
            </a:endParaRPr>
          </a:p>
        </p:txBody>
      </p:sp>
      <p:sp>
        <p:nvSpPr>
          <p:cNvPr id="159" name="Google Shape;159;p4">
            <a:extLst xmlns:a="http://schemas.openxmlformats.org/drawingml/2006/main">
              <a:ext uri="{FF2B5EF4-FFF2-40B4-BE49-F238E27FC236}">
                <a16:creationId xmlns:a16="http://schemas.microsoft.com/office/drawing/2014/main" id="{435F3750-4199-4E70-92E6-3CE1C5E10940}"/>
              </a:ext>
            </a:extLst>
          </p:cNvPr>
          <p:cNvSpPr>
            <a:spLocks xmlns:a="http://schemas.openxmlformats.org/drawingml/2006/main" noGrp="1"/>
          </p:cNvSpPr>
          <p:nvPr/>
        </p:nvSpPr>
        <p:spPr>
          <a:xfrm xmlns:a="http://schemas.openxmlformats.org/drawingml/2006/main">
            <a:off x="5338138" y="5977027"/>
            <a:ext cx="95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Temporal model</a:t>
            </a:r>
            <a:endParaRPr sz="760" b="0" i="0" u="none" strike="noStrike" cap="none">
              <a:solidFill>
                <a:srgbClr val="000000"/>
              </a:solidFill>
              <a:latin typeface="Arial"/>
              <a:ea typeface="Arial"/>
              <a:cs typeface="Arial"/>
            </a:endParaRPr>
          </a:p>
        </p:txBody>
      </p:sp>
      <p:sp>
        <p:nvSpPr>
          <p:cNvPr id="161" name="Google Shape;161;p4">
            <a:extLst xmlns:a="http://schemas.openxmlformats.org/drawingml/2006/main">
              <a:ext uri="{FF2B5EF4-FFF2-40B4-BE49-F238E27FC236}">
                <a16:creationId xmlns:a16="http://schemas.microsoft.com/office/drawing/2014/main" id="{F9CE5195-673F-4547-A3F8-12A4202E42CD}"/>
              </a:ext>
            </a:extLst>
          </p:cNvPr>
          <p:cNvSpPr>
            <a:spLocks xmlns:a="http://schemas.openxmlformats.org/drawingml/2006/main" noGrp="1"/>
          </p:cNvSpPr>
          <p:nvPr/>
        </p:nvSpPr>
        <p:spPr>
          <a:xfrm xmlns:a="http://schemas.openxmlformats.org/drawingml/2006/main">
            <a:off x="6292030" y="5977027"/>
            <a:ext cx="7341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Calibration</a:t>
            </a:r>
            <a:endParaRPr sz="760" b="0" i="0" u="none" strike="noStrike" cap="none">
              <a:solidFill>
                <a:srgbClr val="000000"/>
              </a:solidFill>
              <a:latin typeface="Arial"/>
              <a:ea typeface="Arial"/>
              <a:cs typeface="Arial"/>
            </a:endParaRPr>
          </a:p>
        </p:txBody>
      </p:sp>
      <p:sp>
        <p:nvSpPr>
          <p:cNvPr id="163" name="Google Shape;163;p4">
            <a:extLst xmlns:a="http://schemas.openxmlformats.org/drawingml/2006/main">
              <a:ext uri="{FF2B5EF4-FFF2-40B4-BE49-F238E27FC236}">
                <a16:creationId xmlns:a16="http://schemas.microsoft.com/office/drawing/2014/main" id="{9A0D1F14-6EAD-467B-802E-95D3E77F5C91}"/>
              </a:ext>
            </a:extLst>
          </p:cNvPr>
          <p:cNvSpPr>
            <a:spLocks xmlns:a="http://schemas.openxmlformats.org/drawingml/2006/main" noGrp="1"/>
          </p:cNvSpPr>
          <p:nvPr/>
        </p:nvSpPr>
        <p:spPr>
          <a:xfrm xmlns:a="http://schemas.openxmlformats.org/drawingml/2006/main">
            <a:off x="7026205" y="5977027"/>
            <a:ext cx="6432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Event store</a:t>
            </a:r>
            <a:endParaRPr sz="760" b="0" i="0" u="none" strike="noStrike" cap="none">
              <a:solidFill>
                <a:srgbClr val="000000"/>
              </a:solidFill>
              <a:latin typeface="Arial"/>
              <a:ea typeface="Arial"/>
              <a:cs typeface="Arial"/>
            </a:endParaRPr>
          </a:p>
        </p:txBody>
      </p:sp>
      <p:pic>
        <p:nvPicPr>
          <p:cNvPr id="773" name="Google Shape;164;p4"/>
          <p:cNvPicPr>
            <a:picLocks xmlns:a="http://schemas.openxmlformats.org/drawingml/2006/main" noChangeAspect="1"/>
          </p:cNvPicPr>
          <p:nvPr/>
        </p:nvPicPr>
        <p:blipFill rotWithShape="1">
          <a:blip xmlns:r="http://schemas.openxmlformats.org/officeDocument/2006/relationships" xmlns:a="http://schemas.openxmlformats.org/drawingml/2006/main" r:embed="Rfdae32d25d9f4641">
            <a:alphaModFix/>
          </a:blip>
          <a:srcRect xmlns:a="http://schemas.openxmlformats.org/drawingml/2006/main" l="0" t="0" r="0" b="0"/>
          <a:stretch xmlns:a="http://schemas.openxmlformats.org/drawingml/2006/main"/>
        </p:blipFill>
        <p:spPr>
          <a:xfrm xmlns:a="http://schemas.openxmlformats.org/drawingml/2006/main">
            <a:off x="7832361" y="5596550"/>
            <a:ext cx="342965" cy="342965"/>
          </a:xfrm>
          <a:prstGeom xmlns:a="http://schemas.openxmlformats.org/drawingml/2006/main" prst="rect">
            <a:avLst/>
          </a:prstGeom>
          <a:ln xmlns:a="http://schemas.openxmlformats.org/drawingml/2006/main">
            <a:noFill/>
          </a:ln>
        </p:spPr>
      </p:pic>
      <p:sp>
        <p:nvSpPr>
          <p:cNvPr id="165" name="Google Shape;165;p4">
            <a:extLst xmlns:a="http://schemas.openxmlformats.org/drawingml/2006/main">
              <a:ext uri="{FF2B5EF4-FFF2-40B4-BE49-F238E27FC236}">
                <a16:creationId xmlns:a16="http://schemas.microsoft.com/office/drawing/2014/main" id="{2890FB6B-7A45-4232-8D9A-F0F20579EDA5}"/>
              </a:ext>
            </a:extLst>
          </p:cNvPr>
          <p:cNvSpPr>
            <a:spLocks xmlns:a="http://schemas.openxmlformats.org/drawingml/2006/main" noGrp="1"/>
          </p:cNvSpPr>
          <p:nvPr/>
        </p:nvSpPr>
        <p:spPr>
          <a:xfrm xmlns:a="http://schemas.openxmlformats.org/drawingml/2006/main">
            <a:off x="7631401" y="5977027"/>
            <a:ext cx="7446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Raw archive</a:t>
            </a:r>
            <a:endParaRPr sz="760" b="0" i="0" u="none" strike="noStrike" cap="none">
              <a:solidFill>
                <a:srgbClr val="000000"/>
              </a:solidFill>
              <a:latin typeface="Arial"/>
              <a:ea typeface="Arial"/>
              <a:cs typeface="Arial"/>
            </a:endParaRPr>
          </a:p>
        </p:txBody>
      </p:sp>
      <p:pic>
        <p:nvPicPr>
          <p:cNvPr id="775" name="Google Shape;166;p4"/>
          <p:cNvPicPr>
            <a:picLocks xmlns:a="http://schemas.openxmlformats.org/drawingml/2006/main" noChangeAspect="1"/>
          </p:cNvPicPr>
          <p:nvPr/>
        </p:nvPicPr>
        <p:blipFill rotWithShape="1">
          <a:blip xmlns:r="http://schemas.openxmlformats.org/officeDocument/2006/relationships" xmlns:a="http://schemas.openxmlformats.org/drawingml/2006/main" r:embed="R91be3c9bd6454953">
            <a:alphaModFix/>
          </a:blip>
          <a:srcRect xmlns:a="http://schemas.openxmlformats.org/drawingml/2006/main" l="0" t="0" r="0" b="0"/>
          <a:stretch xmlns:a="http://schemas.openxmlformats.org/drawingml/2006/main"/>
        </p:blipFill>
        <p:spPr>
          <a:xfrm xmlns:a="http://schemas.openxmlformats.org/drawingml/2006/main">
            <a:off x="8542421" y="5596550"/>
            <a:ext cx="342965" cy="342965"/>
          </a:xfrm>
          <a:prstGeom xmlns:a="http://schemas.openxmlformats.org/drawingml/2006/main" prst="rect">
            <a:avLst/>
          </a:prstGeom>
          <a:ln xmlns:a="http://schemas.openxmlformats.org/drawingml/2006/main">
            <a:noFill/>
          </a:ln>
        </p:spPr>
      </p:pic>
      <p:sp>
        <p:nvSpPr>
          <p:cNvPr id="167" name="Google Shape;167;p4">
            <a:extLst xmlns:a="http://schemas.openxmlformats.org/drawingml/2006/main">
              <a:ext uri="{FF2B5EF4-FFF2-40B4-BE49-F238E27FC236}">
                <a16:creationId xmlns:a16="http://schemas.microsoft.com/office/drawing/2014/main" id="{5F0D2EC5-D5AE-4B25-B3DD-D660F2D1AE28}"/>
              </a:ext>
            </a:extLst>
          </p:cNvPr>
          <p:cNvSpPr>
            <a:spLocks xmlns:a="http://schemas.openxmlformats.org/drawingml/2006/main" noGrp="1"/>
          </p:cNvSpPr>
          <p:nvPr/>
        </p:nvSpPr>
        <p:spPr>
          <a:xfrm xmlns:a="http://schemas.openxmlformats.org/drawingml/2006/main">
            <a:off x="8376294" y="5977027"/>
            <a:ext cx="6753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React Native</a:t>
            </a:r>
            <a:endParaRPr sz="760" b="0" i="0" u="none" strike="noStrike" cap="none">
              <a:solidFill>
                <a:srgbClr val="000000"/>
              </a:solidFill>
              <a:latin typeface="Arial"/>
              <a:ea typeface="Arial"/>
              <a:cs typeface="Arial"/>
            </a:endParaRPr>
          </a:p>
        </p:txBody>
      </p:sp>
      <p:sp>
        <p:nvSpPr>
          <p:cNvPr id="169" name="Google Shape;169;p4">
            <a:extLst xmlns:a="http://schemas.openxmlformats.org/drawingml/2006/main">
              <a:ext uri="{FF2B5EF4-FFF2-40B4-BE49-F238E27FC236}">
                <a16:creationId xmlns:a16="http://schemas.microsoft.com/office/drawing/2014/main" id="{75F85F6E-F98E-4F2D-9AB9-D8EEA21369EA}"/>
              </a:ext>
            </a:extLst>
          </p:cNvPr>
          <p:cNvSpPr>
            <a:spLocks xmlns:a="http://schemas.openxmlformats.org/drawingml/2006/main" noGrp="1"/>
          </p:cNvSpPr>
          <p:nvPr/>
        </p:nvSpPr>
        <p:spPr>
          <a:xfrm xmlns:a="http://schemas.openxmlformats.org/drawingml/2006/main">
            <a:off x="9051520" y="5977027"/>
            <a:ext cx="7395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Scorecards</a:t>
            </a:r>
            <a:endParaRPr sz="760" b="0" i="0" u="none" strike="noStrike" cap="none">
              <a:solidFill>
                <a:srgbClr val="000000"/>
              </a:solidFill>
              <a:latin typeface="Arial"/>
              <a:ea typeface="Arial"/>
              <a:cs typeface="Arial"/>
            </a:endParaRPr>
          </a:p>
        </p:txBody>
      </p:sp>
      <p:sp>
        <p:nvSpPr>
          <p:cNvPr id="171" name="Google Shape;171;p4">
            <a:extLst xmlns:a="http://schemas.openxmlformats.org/drawingml/2006/main">
              <a:ext uri="{FF2B5EF4-FFF2-40B4-BE49-F238E27FC236}">
                <a16:creationId xmlns:a16="http://schemas.microsoft.com/office/drawing/2014/main" id="{7079C1A2-7421-461B-AF3E-3619DBB5DB82}"/>
              </a:ext>
            </a:extLst>
          </p:cNvPr>
          <p:cNvSpPr>
            <a:spLocks xmlns:a="http://schemas.openxmlformats.org/drawingml/2006/main" noGrp="1"/>
          </p:cNvSpPr>
          <p:nvPr/>
        </p:nvSpPr>
        <p:spPr>
          <a:xfrm xmlns:a="http://schemas.openxmlformats.org/drawingml/2006/main">
            <a:off x="9761250" y="5977027"/>
            <a:ext cx="5040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IMERG</a:t>
            </a:r>
            <a:endParaRPr sz="760" b="0" i="0" u="none" strike="noStrike" cap="none">
              <a:solidFill>
                <a:srgbClr val="000000"/>
              </a:solidFill>
              <a:latin typeface="Arial"/>
              <a:ea typeface="Arial"/>
              <a:cs typeface="Arial"/>
            </a:endParaRPr>
          </a:p>
        </p:txBody>
      </p:sp>
      <p:pic>
        <p:nvPicPr>
          <p:cNvPr id="779" name="Google Shape;172;p4"/>
          <p:cNvPicPr>
            <a:picLocks xmlns:a="http://schemas.openxmlformats.org/drawingml/2006/main" noChangeAspect="1"/>
          </p:cNvPicPr>
          <p:nvPr/>
        </p:nvPicPr>
        <p:blipFill rotWithShape="1">
          <a:blip xmlns:r="http://schemas.openxmlformats.org/officeDocument/2006/relationships" xmlns:a="http://schemas.openxmlformats.org/drawingml/2006/main" r:embed="R91be3c9bd6454953">
            <a:alphaModFix/>
          </a:blip>
          <a:srcRect xmlns:a="http://schemas.openxmlformats.org/drawingml/2006/main" l="0" t="0" r="0" b="0"/>
          <a:stretch xmlns:a="http://schemas.openxmlformats.org/drawingml/2006/main"/>
        </p:blipFill>
        <p:spPr>
          <a:xfrm xmlns:a="http://schemas.openxmlformats.org/drawingml/2006/main">
            <a:off x="3846137" y="5596550"/>
            <a:ext cx="342965" cy="342965"/>
          </a:xfrm>
          <a:prstGeom xmlns:a="http://schemas.openxmlformats.org/drawingml/2006/main" prst="rect">
            <a:avLst/>
          </a:prstGeom>
          <a:ln xmlns:a="http://schemas.openxmlformats.org/drawingml/2006/main">
            <a:noFill/>
          </a:ln>
        </p:spPr>
      </p:pic>
      <p:sp>
        <p:nvSpPr>
          <p:cNvPr id="173" name="Google Shape;173;p4">
            <a:extLst xmlns:a="http://schemas.openxmlformats.org/drawingml/2006/main">
              <a:ext uri="{FF2B5EF4-FFF2-40B4-BE49-F238E27FC236}">
                <a16:creationId xmlns:a16="http://schemas.microsoft.com/office/drawing/2014/main" id="{D0D6B35B-6A71-41F4-BF43-222ADDAF1D2E}"/>
              </a:ext>
            </a:extLst>
          </p:cNvPr>
          <p:cNvSpPr>
            <a:spLocks xmlns:a="http://schemas.openxmlformats.org/drawingml/2006/main" noGrp="1"/>
          </p:cNvSpPr>
          <p:nvPr/>
        </p:nvSpPr>
        <p:spPr>
          <a:xfrm xmlns:a="http://schemas.openxmlformats.org/drawingml/2006/main">
            <a:off x="3765619" y="5893325"/>
            <a:ext cx="504000" cy="30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60"/>
              <a:buFont typeface="Arial"/>
              <a:buNone/>
            </a:pPr>
            <a:r>
              <a:rPr sz="760" b="0" i="0" u="none" strike="noStrike" cap="none">
                <a:solidFill>
                  <a:srgbClr val="172033"/>
                </a:solidFill>
                <a:latin typeface="Arial"/>
                <a:ea typeface="Arial"/>
                <a:cs typeface="Arial"/>
              </a:rPr>
              <a:t>React </a:t>
            </a:r>
            <a:endParaRPr sz="1400" b="0" i="0" u="none" strike="noStrike" cap="none">
              <a:solidFill>
                <a:srgbClr val="000000"/>
              </a:solidFill>
              <a:latin typeface="Arial"/>
              <a:ea typeface="Arial"/>
              <a:cs typeface="Arial"/>
            </a:endParaRPr>
          </a:p>
        </p:txBody>
      </p:sp>
      <p:sp>
        <p:nvSpPr>
          <p:cNvPr id="174" name="Google Shape;174;p4">
            <a:extLst xmlns:a="http://schemas.openxmlformats.org/drawingml/2006/main">
              <a:ext uri="{FF2B5EF4-FFF2-40B4-BE49-F238E27FC236}">
                <a16:creationId xmlns:a16="http://schemas.microsoft.com/office/drawing/2014/main" id="{0B7F2C34-33C1-4103-8D97-8A3D180B0A6F}"/>
              </a:ext>
            </a:extLst>
          </p:cNvPr>
          <p:cNvSpPr>
            <a:spLocks xmlns:a="http://schemas.openxmlformats.org/drawingml/2006/main" noGrp="1"/>
          </p:cNvSpPr>
          <p:nvPr/>
        </p:nvSpPr>
        <p:spPr>
          <a:xfrm xmlns:a="http://schemas.openxmlformats.org/drawingml/2006/main">
            <a:off x="4693925" y="6404314"/>
            <a:ext cx="31125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175" name="Google Shape;175;p4">
            <a:extLst xmlns:a="http://schemas.openxmlformats.org/drawingml/2006/main">
              <a:ext uri="{FF2B5EF4-FFF2-40B4-BE49-F238E27FC236}">
                <a16:creationId xmlns:a16="http://schemas.microsoft.com/office/drawing/2014/main" id="{1F21D7DE-41ED-4486-B706-D0B0E3F1F76F}"/>
              </a:ext>
            </a:extLst>
          </p:cNvPr>
          <p:cNvSpPr>
            <a:spLocks xmlns:a="http://schemas.openxmlformats.org/drawingml/2006/main" noGrp="1"/>
          </p:cNvSpPr>
          <p:nvPr/>
        </p:nvSpPr>
        <p:spPr>
          <a:xfrm xmlns:a="http://schemas.openxmlformats.org/drawingml/2006/main">
            <a:off x="-2"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176" name="Google Shape;176;p4">
            <a:extLst xmlns:a="http://schemas.openxmlformats.org/drawingml/2006/main">
              <a:ext uri="{FF2B5EF4-FFF2-40B4-BE49-F238E27FC236}">
                <a16:creationId xmlns:a16="http://schemas.microsoft.com/office/drawing/2014/main" id="{711A4BFF-22EC-4818-9CF8-8ECF29121900}"/>
              </a:ext>
            </a:extLst>
          </p:cNvPr>
          <p:cNvSpPr>
            <a:spLocks xmlns:a="http://schemas.openxmlformats.org/drawingml/2006/main" noGrp="1"/>
          </p:cNvSpPr>
          <p:nvPr>
            <p:ph type="sldNum" idx="4294967295"/>
          </p:nvPr>
        </p:nvSpPr>
        <p:spPr>
          <a:xfrm xmlns:a="http://schemas.openxmlformats.org/drawingml/2006/main">
            <a:off x="11393541" y="6404314"/>
            <a:ext cx="1890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177" name="Google Shape;177;p4">
            <a:extLst xmlns:a="http://schemas.openxmlformats.org/drawingml/2006/main">
              <a:ext uri="{FF2B5EF4-FFF2-40B4-BE49-F238E27FC236}">
                <a16:creationId xmlns:a16="http://schemas.microsoft.com/office/drawing/2014/main" id="{D3B4C13B-C144-4B37-AE69-7503D5BAC646}"/>
              </a:ext>
            </a:extLst>
          </p:cNvPr>
          <p:cNvSpPr>
            <a:spLocks xmlns:a="http://schemas.openxmlformats.org/drawingml/2006/main" noGrp="1"/>
          </p:cNvSpPr>
          <p:nvPr/>
        </p:nvSpPr>
        <p:spPr>
          <a:xfrm xmlns:a="http://schemas.openxmlformats.org/drawingml/2006/main">
            <a:off x="10365355" y="5572875"/>
            <a:ext cx="333185" cy="390335"/>
          </a:xfrm>
          <a:custGeom xmlns:a="http://schemas.openxmlformats.org/drawingml/2006/main">
            <a:rect l="l" t="t" r="r" b="b"/>
            <a:pathLst>
              <a:path w="228600" h="228600">
                <a:moveTo>
                  <a:pt x="131750" y="157810"/>
                </a:moveTo>
                <a:lnTo>
                  <a:pt x="132449" y="158098"/>
                </a:lnTo>
                <a:lnTo>
                  <a:pt x="133169" y="158330"/>
                </a:lnTo>
                <a:lnTo>
                  <a:pt x="133906" y="158504"/>
                </a:lnTo>
                <a:lnTo>
                  <a:pt x="134654" y="158619"/>
                </a:lnTo>
                <a:lnTo>
                  <a:pt x="135408" y="158674"/>
                </a:lnTo>
                <a:lnTo>
                  <a:pt x="136165" y="158669"/>
                </a:lnTo>
                <a:lnTo>
                  <a:pt x="136918" y="158604"/>
                </a:lnTo>
                <a:lnTo>
                  <a:pt x="137665" y="158480"/>
                </a:lnTo>
                <a:lnTo>
                  <a:pt x="138399" y="158296"/>
                </a:lnTo>
                <a:lnTo>
                  <a:pt x="139116" y="158055"/>
                </a:lnTo>
                <a:lnTo>
                  <a:pt x="139811" y="157758"/>
                </a:lnTo>
                <a:lnTo>
                  <a:pt x="140481" y="157407"/>
                </a:lnTo>
                <a:lnTo>
                  <a:pt x="141121" y="157003"/>
                </a:lnTo>
                <a:lnTo>
                  <a:pt x="141727" y="156550"/>
                </a:lnTo>
                <a:lnTo>
                  <a:pt x="142295" y="156051"/>
                </a:lnTo>
                <a:lnTo>
                  <a:pt x="142822" y="155507"/>
                </a:lnTo>
                <a:lnTo>
                  <a:pt x="143304" y="154924"/>
                </a:lnTo>
                <a:lnTo>
                  <a:pt x="146685" y="150495"/>
                </a:lnTo>
                <a:lnTo>
                  <a:pt x="147613" y="149353"/>
                </a:lnTo>
                <a:lnTo>
                  <a:pt x="148626" y="148285"/>
                </a:lnTo>
                <a:lnTo>
                  <a:pt x="149719" y="147299"/>
                </a:lnTo>
                <a:lnTo>
                  <a:pt x="150884" y="146401"/>
                </a:lnTo>
                <a:lnTo>
                  <a:pt x="152116" y="145595"/>
                </a:lnTo>
                <a:lnTo>
                  <a:pt x="153406" y="144886"/>
                </a:lnTo>
                <a:lnTo>
                  <a:pt x="154746" y="144279"/>
                </a:lnTo>
                <a:lnTo>
                  <a:pt x="156130" y="143778"/>
                </a:lnTo>
                <a:lnTo>
                  <a:pt x="157548" y="143385"/>
                </a:lnTo>
                <a:lnTo>
                  <a:pt x="158993" y="143102"/>
                </a:lnTo>
                <a:lnTo>
                  <a:pt x="160454" y="142932"/>
                </a:lnTo>
                <a:lnTo>
                  <a:pt x="161925" y="142875"/>
                </a:lnTo>
                <a:lnTo>
                  <a:pt x="190500" y="142875"/>
                </a:lnTo>
                <a:lnTo>
                  <a:pt x="192073" y="142940"/>
                </a:lnTo>
                <a:lnTo>
                  <a:pt x="193636" y="143135"/>
                </a:lnTo>
                <a:lnTo>
                  <a:pt x="195176" y="143458"/>
                </a:lnTo>
                <a:lnTo>
                  <a:pt x="196686" y="143907"/>
                </a:lnTo>
                <a:lnTo>
                  <a:pt x="198152" y="144480"/>
                </a:lnTo>
                <a:lnTo>
                  <a:pt x="199567" y="145171"/>
                </a:lnTo>
                <a:lnTo>
                  <a:pt x="200919" y="145977"/>
                </a:lnTo>
                <a:lnTo>
                  <a:pt x="202201" y="146892"/>
                </a:lnTo>
                <a:lnTo>
                  <a:pt x="203402" y="147909"/>
                </a:lnTo>
                <a:lnTo>
                  <a:pt x="204516" y="149023"/>
                </a:lnTo>
                <a:lnTo>
                  <a:pt x="205533" y="150224"/>
                </a:lnTo>
                <a:lnTo>
                  <a:pt x="206448" y="151506"/>
                </a:lnTo>
                <a:lnTo>
                  <a:pt x="207254" y="152858"/>
                </a:lnTo>
                <a:lnTo>
                  <a:pt x="207945" y="154273"/>
                </a:lnTo>
                <a:lnTo>
                  <a:pt x="208518" y="155739"/>
                </a:lnTo>
                <a:lnTo>
                  <a:pt x="208967" y="157249"/>
                </a:lnTo>
                <a:lnTo>
                  <a:pt x="209290" y="158789"/>
                </a:lnTo>
                <a:lnTo>
                  <a:pt x="209485" y="160352"/>
                </a:lnTo>
                <a:lnTo>
                  <a:pt x="209550" y="161925"/>
                </a:lnTo>
                <a:lnTo>
                  <a:pt x="209550" y="190500"/>
                </a:lnTo>
                <a:lnTo>
                  <a:pt x="209485" y="192073"/>
                </a:lnTo>
                <a:lnTo>
                  <a:pt x="209290" y="193636"/>
                </a:lnTo>
                <a:lnTo>
                  <a:pt x="208967" y="195176"/>
                </a:lnTo>
                <a:lnTo>
                  <a:pt x="208518" y="196686"/>
                </a:lnTo>
                <a:lnTo>
                  <a:pt x="207945" y="198152"/>
                </a:lnTo>
                <a:lnTo>
                  <a:pt x="207254" y="199567"/>
                </a:lnTo>
                <a:lnTo>
                  <a:pt x="206448" y="200919"/>
                </a:lnTo>
                <a:lnTo>
                  <a:pt x="205533" y="202201"/>
                </a:lnTo>
                <a:lnTo>
                  <a:pt x="204516" y="203402"/>
                </a:lnTo>
                <a:lnTo>
                  <a:pt x="203402" y="204516"/>
                </a:lnTo>
                <a:lnTo>
                  <a:pt x="202201" y="205533"/>
                </a:lnTo>
                <a:lnTo>
                  <a:pt x="200919" y="206448"/>
                </a:lnTo>
                <a:lnTo>
                  <a:pt x="199567" y="207254"/>
                </a:lnTo>
                <a:lnTo>
                  <a:pt x="198152" y="207945"/>
                </a:lnTo>
                <a:lnTo>
                  <a:pt x="196686" y="208518"/>
                </a:lnTo>
                <a:lnTo>
                  <a:pt x="195176" y="208967"/>
                </a:lnTo>
                <a:lnTo>
                  <a:pt x="193636" y="209290"/>
                </a:lnTo>
                <a:lnTo>
                  <a:pt x="192073" y="209485"/>
                </a:lnTo>
                <a:lnTo>
                  <a:pt x="190500" y="209550"/>
                </a:lnTo>
                <a:lnTo>
                  <a:pt x="176342" y="208964"/>
                </a:lnTo>
                <a:lnTo>
                  <a:pt x="162280" y="207212"/>
                </a:lnTo>
                <a:lnTo>
                  <a:pt x="148412" y="204304"/>
                </a:lnTo>
                <a:lnTo>
                  <a:pt x="134830" y="200260"/>
                </a:lnTo>
                <a:lnTo>
                  <a:pt x="121629" y="195109"/>
                </a:lnTo>
                <a:lnTo>
                  <a:pt x="108899" y="188886"/>
                </a:lnTo>
                <a:lnTo>
                  <a:pt x="96726" y="181632"/>
                </a:lnTo>
                <a:lnTo>
                  <a:pt x="85193" y="173398"/>
                </a:lnTo>
                <a:lnTo>
                  <a:pt x="74380" y="164240"/>
                </a:lnTo>
                <a:lnTo>
                  <a:pt x="64360" y="154220"/>
                </a:lnTo>
                <a:lnTo>
                  <a:pt x="55202" y="143407"/>
                </a:lnTo>
                <a:lnTo>
                  <a:pt x="46968" y="131874"/>
                </a:lnTo>
                <a:lnTo>
                  <a:pt x="39714" y="119701"/>
                </a:lnTo>
                <a:lnTo>
                  <a:pt x="33491" y="106971"/>
                </a:lnTo>
                <a:lnTo>
                  <a:pt x="28340" y="93770"/>
                </a:lnTo>
                <a:lnTo>
                  <a:pt x="24296" y="80188"/>
                </a:lnTo>
                <a:lnTo>
                  <a:pt x="21388" y="66320"/>
                </a:lnTo>
                <a:lnTo>
                  <a:pt x="19636" y="52258"/>
                </a:lnTo>
                <a:lnTo>
                  <a:pt x="19050" y="38100"/>
                </a:lnTo>
                <a:lnTo>
                  <a:pt x="19115" y="36527"/>
                </a:lnTo>
                <a:lnTo>
                  <a:pt x="19310" y="34964"/>
                </a:lnTo>
                <a:lnTo>
                  <a:pt x="19633" y="33424"/>
                </a:lnTo>
                <a:lnTo>
                  <a:pt x="20082" y="31914"/>
                </a:lnTo>
                <a:lnTo>
                  <a:pt x="20655" y="30448"/>
                </a:lnTo>
                <a:lnTo>
                  <a:pt x="21346" y="29033"/>
                </a:lnTo>
                <a:lnTo>
                  <a:pt x="22152" y="27681"/>
                </a:lnTo>
                <a:lnTo>
                  <a:pt x="23067" y="26399"/>
                </a:lnTo>
                <a:lnTo>
                  <a:pt x="24084" y="25198"/>
                </a:lnTo>
                <a:lnTo>
                  <a:pt x="25198" y="24084"/>
                </a:lnTo>
                <a:lnTo>
                  <a:pt x="26399" y="23067"/>
                </a:lnTo>
                <a:lnTo>
                  <a:pt x="27681" y="22152"/>
                </a:lnTo>
                <a:lnTo>
                  <a:pt x="29033" y="21346"/>
                </a:lnTo>
                <a:lnTo>
                  <a:pt x="30448" y="20655"/>
                </a:lnTo>
                <a:lnTo>
                  <a:pt x="31914" y="20082"/>
                </a:lnTo>
                <a:lnTo>
                  <a:pt x="33424" y="19633"/>
                </a:lnTo>
                <a:lnTo>
                  <a:pt x="34964" y="19310"/>
                </a:lnTo>
                <a:lnTo>
                  <a:pt x="36527" y="19115"/>
                </a:lnTo>
                <a:lnTo>
                  <a:pt x="38100" y="19050"/>
                </a:lnTo>
                <a:lnTo>
                  <a:pt x="66675" y="19050"/>
                </a:lnTo>
                <a:lnTo>
                  <a:pt x="68248" y="19115"/>
                </a:lnTo>
                <a:lnTo>
                  <a:pt x="69811" y="19310"/>
                </a:lnTo>
                <a:lnTo>
                  <a:pt x="71351" y="19633"/>
                </a:lnTo>
                <a:lnTo>
                  <a:pt x="72861" y="20082"/>
                </a:lnTo>
                <a:lnTo>
                  <a:pt x="74327" y="20655"/>
                </a:lnTo>
                <a:lnTo>
                  <a:pt x="75742" y="21346"/>
                </a:lnTo>
                <a:lnTo>
                  <a:pt x="77094" y="22152"/>
                </a:lnTo>
                <a:lnTo>
                  <a:pt x="78376" y="23067"/>
                </a:lnTo>
                <a:lnTo>
                  <a:pt x="79577" y="24084"/>
                </a:lnTo>
                <a:lnTo>
                  <a:pt x="80691" y="25198"/>
                </a:lnTo>
                <a:lnTo>
                  <a:pt x="81708" y="26399"/>
                </a:lnTo>
                <a:lnTo>
                  <a:pt x="82623" y="27681"/>
                </a:lnTo>
                <a:lnTo>
                  <a:pt x="83429" y="29033"/>
                </a:lnTo>
                <a:lnTo>
                  <a:pt x="84120" y="30448"/>
                </a:lnTo>
                <a:lnTo>
                  <a:pt x="84693" y="31914"/>
                </a:lnTo>
                <a:lnTo>
                  <a:pt x="85142" y="33424"/>
                </a:lnTo>
                <a:lnTo>
                  <a:pt x="85465" y="34964"/>
                </a:lnTo>
                <a:lnTo>
                  <a:pt x="85660" y="36527"/>
                </a:lnTo>
                <a:lnTo>
                  <a:pt x="85725" y="38100"/>
                </a:lnTo>
                <a:lnTo>
                  <a:pt x="85725" y="66675"/>
                </a:lnTo>
                <a:lnTo>
                  <a:pt x="85668" y="68146"/>
                </a:lnTo>
                <a:lnTo>
                  <a:pt x="85498" y="69607"/>
                </a:lnTo>
                <a:lnTo>
                  <a:pt x="85215" y="71052"/>
                </a:lnTo>
                <a:lnTo>
                  <a:pt x="84822" y="72470"/>
                </a:lnTo>
                <a:lnTo>
                  <a:pt x="84321" y="73854"/>
                </a:lnTo>
                <a:lnTo>
                  <a:pt x="83714" y="75194"/>
                </a:lnTo>
                <a:lnTo>
                  <a:pt x="83005" y="76484"/>
                </a:lnTo>
                <a:lnTo>
                  <a:pt x="82199" y="77716"/>
                </a:lnTo>
                <a:lnTo>
                  <a:pt x="81301" y="78881"/>
                </a:lnTo>
                <a:lnTo>
                  <a:pt x="80315" y="79974"/>
                </a:lnTo>
                <a:lnTo>
                  <a:pt x="79247" y="80987"/>
                </a:lnTo>
                <a:lnTo>
                  <a:pt x="78105" y="81915"/>
                </a:lnTo>
                <a:lnTo>
                  <a:pt x="73647" y="85258"/>
                </a:lnTo>
                <a:lnTo>
                  <a:pt x="73056" y="85749"/>
                </a:lnTo>
                <a:lnTo>
                  <a:pt x="72506" y="86286"/>
                </a:lnTo>
                <a:lnTo>
                  <a:pt x="72001" y="86865"/>
                </a:lnTo>
                <a:lnTo>
                  <a:pt x="71544" y="87484"/>
                </a:lnTo>
                <a:lnTo>
                  <a:pt x="71139" y="88137"/>
                </a:lnTo>
                <a:lnTo>
                  <a:pt x="70787" y="88820"/>
                </a:lnTo>
                <a:lnTo>
                  <a:pt x="70492" y="89530"/>
                </a:lnTo>
                <a:lnTo>
                  <a:pt x="70255" y="90262"/>
                </a:lnTo>
                <a:lnTo>
                  <a:pt x="70078" y="91009"/>
                </a:lnTo>
                <a:lnTo>
                  <a:pt x="69962" y="91769"/>
                </a:lnTo>
                <a:lnTo>
                  <a:pt x="69907" y="92536"/>
                </a:lnTo>
                <a:lnTo>
                  <a:pt x="69915" y="93305"/>
                </a:lnTo>
                <a:lnTo>
                  <a:pt x="69984" y="94070"/>
                </a:lnTo>
                <a:lnTo>
                  <a:pt x="70115" y="94828"/>
                </a:lnTo>
                <a:lnTo>
                  <a:pt x="70306" y="95572"/>
                </a:lnTo>
                <a:lnTo>
                  <a:pt x="70557" y="96299"/>
                </a:lnTo>
                <a:lnTo>
                  <a:pt x="70866" y="97003"/>
                </a:lnTo>
                <a:lnTo>
                  <a:pt x="76101" y="106619"/>
                </a:lnTo>
                <a:lnTo>
                  <a:pt x="82108" y="115773"/>
                </a:lnTo>
                <a:lnTo>
                  <a:pt x="88846" y="124403"/>
                </a:lnTo>
                <a:lnTo>
                  <a:pt x="96268" y="132452"/>
                </a:lnTo>
                <a:lnTo>
                  <a:pt x="104326" y="139865"/>
                </a:lnTo>
                <a:lnTo>
                  <a:pt x="112965" y="146592"/>
                </a:lnTo>
                <a:lnTo>
                  <a:pt x="122127" y="152587"/>
                </a:lnTo>
                <a:lnTo>
                  <a:pt x="131750" y="157810"/>
                </a:lnTo>
              </a:path>
            </a:pathLst>
          </a:custGeom>
          <a:noFill xmlns:a="http://schemas.openxmlformats.org/drawingml/2006/main"/>
          <a:ln xmlns:a="http://schemas.openxmlformats.org/drawingml/2006/main" w="47625" cap="flat" cmpd="sng">
            <a:solidFill>
              <a:srgbClr val="08A65B"/>
            </a:solidFill>
            <a:prstDash val="solid"/>
            <a:round/>
            <a:headEnd type="none" w="sm" len="sm"/>
            <a:tailEnd type="none" w="sm" len="sm"/>
          </a:ln>
        </p:spPr>
      </p:sp>
      <p:sp>
        <p:nvSpPr>
          <p:cNvPr id="178" name="Google Shape;178;p4">
            <a:extLst xmlns:a="http://schemas.openxmlformats.org/drawingml/2006/main">
              <a:ext uri="{FF2B5EF4-FFF2-40B4-BE49-F238E27FC236}">
                <a16:creationId xmlns:a16="http://schemas.microsoft.com/office/drawing/2014/main" id="{CF4A7047-D6E5-44E6-9307-EFCDFF26C69C}"/>
              </a:ext>
            </a:extLst>
          </p:cNvPr>
          <p:cNvSpPr>
            <a:spLocks xmlns:a="http://schemas.openxmlformats.org/drawingml/2006/main" noGrp="1"/>
          </p:cNvSpPr>
          <p:nvPr/>
        </p:nvSpPr>
        <p:spPr>
          <a:xfrm xmlns:a="http://schemas.openxmlformats.org/drawingml/2006/main">
            <a:off x="10281769" y="5996675"/>
            <a:ext cx="643200" cy="13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72033"/>
              </a:buClr>
              <a:buSzPts val="760"/>
              <a:buFont typeface="Arial"/>
              <a:buNone/>
            </a:pPr>
            <a:r>
              <a:rPr sz="760" b="0" i="0" u="none" strike="noStrike" cap="none">
                <a:solidFill>
                  <a:srgbClr val="172033"/>
                </a:solidFill>
                <a:latin typeface="Arial"/>
                <a:ea typeface="Arial"/>
                <a:cs typeface="Arial"/>
              </a:rPr>
              <a:t>TTS / SMS</a:t>
            </a:r>
            <a:endParaRPr sz="760" b="0" i="0" u="none" strike="noStrike" cap="none">
              <a:solidFill>
                <a:srgbClr val="000000"/>
              </a:solidFill>
              <a:latin typeface="Arial"/>
              <a:ea typeface="Arial"/>
              <a:cs typeface="Arial"/>
            </a:endParaRPr>
          </a:p>
        </p:txBody>
      </p:sp>
      <p:pic>
        <p:nvPicPr>
          <p:cNvPr id="786" name="Google Shape;179;p4"/>
          <p:cNvPicPr>
            <a:picLocks xmlns:a="http://schemas.openxmlformats.org/drawingml/2006/main" noChangeAspect="1"/>
          </p:cNvPicPr>
          <p:nvPr/>
        </p:nvPicPr>
        <p:blipFill rotWithShape="1">
          <a:blip xmlns:r="http://schemas.openxmlformats.org/officeDocument/2006/relationships" xmlns:a="http://schemas.openxmlformats.org/drawingml/2006/main" r:embed="R666bc055bfca4d6b">
            <a:alphaModFix/>
          </a:blip>
          <a:srcRect xmlns:a="http://schemas.openxmlformats.org/drawingml/2006/main" l="0" t="35836" r="0" b="36674"/>
          <a:stretch xmlns:a="http://schemas.openxmlformats.org/drawingml/2006/main"/>
        </p:blipFill>
        <p:spPr>
          <a:xfrm xmlns:a="http://schemas.openxmlformats.org/drawingml/2006/main">
            <a:off x="10879277" y="5572875"/>
            <a:ext cx="1176324" cy="323372"/>
          </a:xfrm>
          <a:prstGeom xmlns:a="http://schemas.openxmlformats.org/drawingml/2006/main" prst="rect">
            <a:avLst/>
          </a:prstGeom>
          <a:ln xmlns:a="http://schemas.openxmlformats.org/drawingml/2006/main">
            <a:noFill/>
          </a:ln>
        </p:spPr>
      </p:pic>
      <p:cxnSp>
        <p:nvCxnSpPr>
          <p:cNvPr id="787" name="Google Shape;180;p4"/>
          <p:cNvCxnSpPr/>
          <p:nvPr/>
        </p:nvCxnSpPr>
        <p:spPr>
          <a:xfrm xmlns:a="http://schemas.openxmlformats.org/drawingml/2006/main">
            <a:off x="861268" y="1925528"/>
            <a:ext cx="2022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81" name="Google Shape;181;p4">
            <a:extLst xmlns:a="http://schemas.openxmlformats.org/drawingml/2006/main">
              <a:ext uri="{FF2B5EF4-FFF2-40B4-BE49-F238E27FC236}">
                <a16:creationId xmlns:a16="http://schemas.microsoft.com/office/drawing/2014/main" id="{19FAB47A-A995-4853-BF59-2E431589E7B1}"/>
              </a:ext>
            </a:extLst>
          </p:cNvPr>
          <p:cNvSpPr>
            <a:spLocks xmlns:a="http://schemas.openxmlformats.org/drawingml/2006/main" noGrp="1"/>
          </p:cNvSpPr>
          <p:nvPr/>
        </p:nvSpPr>
        <p:spPr>
          <a:xfrm xmlns:a="http://schemas.openxmlformats.org/drawingml/2006/main">
            <a:off x="1008277" y="1896861"/>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789" name="Google Shape;182;p4"/>
          <p:cNvCxnSpPr/>
          <p:nvPr/>
        </p:nvCxnSpPr>
        <p:spPr>
          <a:xfrm xmlns:a="http://schemas.openxmlformats.org/drawingml/2006/main">
            <a:off x="1633067" y="1925528"/>
            <a:ext cx="1836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790" name="Google Shape;183;p4"/>
          <p:cNvCxnSpPr/>
          <p:nvPr/>
        </p:nvCxnSpPr>
        <p:spPr>
          <a:xfrm xmlns:a="http://schemas.openxmlformats.org/drawingml/2006/main">
            <a:off x="1816828" y="1570254"/>
            <a:ext cx="0" cy="11637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791" name="Google Shape;184;p4"/>
          <p:cNvCxnSpPr/>
          <p:nvPr/>
        </p:nvCxnSpPr>
        <p:spPr>
          <a:xfrm xmlns:a="http://schemas.openxmlformats.org/drawingml/2006/main">
            <a:off x="1816828" y="1570254"/>
            <a:ext cx="1350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85" name="Google Shape;185;p4">
            <a:extLst xmlns:a="http://schemas.openxmlformats.org/drawingml/2006/main">
              <a:ext uri="{FF2B5EF4-FFF2-40B4-BE49-F238E27FC236}">
                <a16:creationId xmlns:a16="http://schemas.microsoft.com/office/drawing/2014/main" id="{087033B4-76BB-44AB-9818-F62E023D3326}"/>
              </a:ext>
            </a:extLst>
          </p:cNvPr>
          <p:cNvSpPr>
            <a:spLocks xmlns:a="http://schemas.openxmlformats.org/drawingml/2006/main" noGrp="1"/>
          </p:cNvSpPr>
          <p:nvPr/>
        </p:nvSpPr>
        <p:spPr>
          <a:xfrm xmlns:a="http://schemas.openxmlformats.org/drawingml/2006/main">
            <a:off x="1896458" y="1541587"/>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793" name="Google Shape;186;p4"/>
          <p:cNvCxnSpPr/>
          <p:nvPr/>
        </p:nvCxnSpPr>
        <p:spPr>
          <a:xfrm xmlns:a="http://schemas.openxmlformats.org/drawingml/2006/main">
            <a:off x="1816828" y="2188920"/>
            <a:ext cx="1350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87" name="Google Shape;187;p4">
            <a:extLst xmlns:a="http://schemas.openxmlformats.org/drawingml/2006/main">
              <a:ext uri="{FF2B5EF4-FFF2-40B4-BE49-F238E27FC236}">
                <a16:creationId xmlns:a16="http://schemas.microsoft.com/office/drawing/2014/main" id="{D66572CA-6A56-46E6-BF4A-B161C64CBE39}"/>
              </a:ext>
            </a:extLst>
          </p:cNvPr>
          <p:cNvSpPr>
            <a:spLocks xmlns:a="http://schemas.openxmlformats.org/drawingml/2006/main" noGrp="1"/>
          </p:cNvSpPr>
          <p:nvPr/>
        </p:nvSpPr>
        <p:spPr>
          <a:xfrm xmlns:a="http://schemas.openxmlformats.org/drawingml/2006/main">
            <a:off x="1896458" y="2160253"/>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795" name="Google Shape;188;p4"/>
          <p:cNvCxnSpPr/>
          <p:nvPr/>
        </p:nvCxnSpPr>
        <p:spPr>
          <a:xfrm xmlns:a="http://schemas.openxmlformats.org/drawingml/2006/main">
            <a:off x="1816828" y="2734081"/>
            <a:ext cx="1350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89" name="Google Shape;189;p4">
            <a:extLst xmlns:a="http://schemas.openxmlformats.org/drawingml/2006/main">
              <a:ext uri="{FF2B5EF4-FFF2-40B4-BE49-F238E27FC236}">
                <a16:creationId xmlns:a16="http://schemas.microsoft.com/office/drawing/2014/main" id="{7C654807-E605-46BD-BA97-39E3E9729812}"/>
              </a:ext>
            </a:extLst>
          </p:cNvPr>
          <p:cNvSpPr>
            <a:spLocks xmlns:a="http://schemas.openxmlformats.org/drawingml/2006/main" noGrp="1"/>
          </p:cNvSpPr>
          <p:nvPr/>
        </p:nvSpPr>
        <p:spPr>
          <a:xfrm xmlns:a="http://schemas.openxmlformats.org/drawingml/2006/main">
            <a:off x="1896458" y="2705414"/>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797" name="Google Shape;190;p4"/>
          <p:cNvCxnSpPr/>
          <p:nvPr/>
        </p:nvCxnSpPr>
        <p:spPr>
          <a:xfrm xmlns:a="http://schemas.openxmlformats.org/drawingml/2006/main">
            <a:off x="3305297" y="1570254"/>
            <a:ext cx="1407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798" name="Google Shape;191;p4"/>
          <p:cNvCxnSpPr/>
          <p:nvPr/>
        </p:nvCxnSpPr>
        <p:spPr>
          <a:xfrm xmlns:a="http://schemas.openxmlformats.org/drawingml/2006/main">
            <a:off x="3446181" y="1570254"/>
            <a:ext cx="0" cy="6123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799" name="Google Shape;192;p4"/>
          <p:cNvCxnSpPr/>
          <p:nvPr/>
        </p:nvCxnSpPr>
        <p:spPr>
          <a:xfrm xmlns:a="http://schemas.openxmlformats.org/drawingml/2006/main">
            <a:off x="3305297" y="2188920"/>
            <a:ext cx="1407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00" name="Google Shape;193;p4"/>
          <p:cNvCxnSpPr/>
          <p:nvPr/>
        </p:nvCxnSpPr>
        <p:spPr>
          <a:xfrm xmlns:a="http://schemas.openxmlformats.org/drawingml/2006/main">
            <a:off x="3305297" y="2734081"/>
            <a:ext cx="1407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01" name="Google Shape;194;p4"/>
          <p:cNvCxnSpPr/>
          <p:nvPr/>
        </p:nvCxnSpPr>
        <p:spPr>
          <a:xfrm xmlns:a="http://schemas.openxmlformats.org/drawingml/2006/main">
            <a:off x="3446181" y="2182794"/>
            <a:ext cx="0" cy="5511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02" name="Google Shape;195;p4"/>
          <p:cNvCxnSpPr/>
          <p:nvPr/>
        </p:nvCxnSpPr>
        <p:spPr>
          <a:xfrm xmlns:a="http://schemas.openxmlformats.org/drawingml/2006/main">
            <a:off x="3446181" y="2187815"/>
            <a:ext cx="2268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96" name="Google Shape;196;p4">
            <a:extLst xmlns:a="http://schemas.openxmlformats.org/drawingml/2006/main">
              <a:ext uri="{FF2B5EF4-FFF2-40B4-BE49-F238E27FC236}">
                <a16:creationId xmlns:a16="http://schemas.microsoft.com/office/drawing/2014/main" id="{37C8E947-8D82-42E0-9EA1-80CA08E54513}"/>
              </a:ext>
            </a:extLst>
          </p:cNvPr>
          <p:cNvSpPr>
            <a:spLocks xmlns:a="http://schemas.openxmlformats.org/drawingml/2006/main" noGrp="1"/>
          </p:cNvSpPr>
          <p:nvPr/>
        </p:nvSpPr>
        <p:spPr>
          <a:xfrm xmlns:a="http://schemas.openxmlformats.org/drawingml/2006/main">
            <a:off x="3645306" y="2156638"/>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804" name="Google Shape;197;p4"/>
          <p:cNvCxnSpPr/>
          <p:nvPr/>
        </p:nvCxnSpPr>
        <p:spPr>
          <a:xfrm xmlns:a="http://schemas.openxmlformats.org/drawingml/2006/main">
            <a:off x="5167415" y="2182794"/>
            <a:ext cx="1776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198" name="Google Shape;198;p4">
            <a:extLst xmlns:a="http://schemas.openxmlformats.org/drawingml/2006/main">
              <a:ext uri="{FF2B5EF4-FFF2-40B4-BE49-F238E27FC236}">
                <a16:creationId xmlns:a16="http://schemas.microsoft.com/office/drawing/2014/main" id="{5DDA8475-B48C-4603-B8E6-F14DE23834DF}"/>
              </a:ext>
            </a:extLst>
          </p:cNvPr>
          <p:cNvSpPr>
            <a:spLocks xmlns:a="http://schemas.openxmlformats.org/drawingml/2006/main" noGrp="1"/>
          </p:cNvSpPr>
          <p:nvPr/>
        </p:nvSpPr>
        <p:spPr>
          <a:xfrm xmlns:a="http://schemas.openxmlformats.org/drawingml/2006/main">
            <a:off x="5289922" y="2154128"/>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806" name="Google Shape;199;p4"/>
          <p:cNvCxnSpPr/>
          <p:nvPr/>
        </p:nvCxnSpPr>
        <p:spPr>
          <a:xfrm xmlns:a="http://schemas.openxmlformats.org/drawingml/2006/main">
            <a:off x="5871834" y="1950029"/>
            <a:ext cx="978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07" name="Google Shape;200;p4"/>
          <p:cNvCxnSpPr/>
          <p:nvPr/>
        </p:nvCxnSpPr>
        <p:spPr>
          <a:xfrm xmlns:a="http://schemas.openxmlformats.org/drawingml/2006/main">
            <a:off x="5969840" y="1453872"/>
            <a:ext cx="0" cy="4965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08" name="Google Shape;201;p4"/>
          <p:cNvCxnSpPr/>
          <p:nvPr/>
        </p:nvCxnSpPr>
        <p:spPr>
          <a:xfrm xmlns:a="http://schemas.openxmlformats.org/drawingml/2006/main">
            <a:off x="5969840" y="1453872"/>
            <a:ext cx="2085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02" name="Google Shape;202;p4">
            <a:extLst xmlns:a="http://schemas.openxmlformats.org/drawingml/2006/main">
              <a:ext uri="{FF2B5EF4-FFF2-40B4-BE49-F238E27FC236}">
                <a16:creationId xmlns:a16="http://schemas.microsoft.com/office/drawing/2014/main" id="{99B0E885-7443-431B-9776-AB1518A9EB5B}"/>
              </a:ext>
            </a:extLst>
          </p:cNvPr>
          <p:cNvSpPr>
            <a:spLocks xmlns:a="http://schemas.openxmlformats.org/drawingml/2006/main" noGrp="1"/>
          </p:cNvSpPr>
          <p:nvPr/>
        </p:nvSpPr>
        <p:spPr>
          <a:xfrm xmlns:a="http://schemas.openxmlformats.org/drawingml/2006/main">
            <a:off x="6122975" y="1425205"/>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810" name="Google Shape;203;p4"/>
          <p:cNvCxnSpPr/>
          <p:nvPr/>
        </p:nvCxnSpPr>
        <p:spPr>
          <a:xfrm xmlns:a="http://schemas.openxmlformats.org/drawingml/2006/main">
            <a:off x="5890210" y="2237923"/>
            <a:ext cx="367500" cy="0"/>
          </a:xfrm>
          <a:prstGeom xmlns:a="http://schemas.openxmlformats.org/drawingml/2006/main" prst="straightConnector1">
            <a:avLst/>
          </a:prstGeom>
          <a:ln xmlns:a="http://schemas.openxmlformats.org/drawingml/2006/main" w="11025" cap="flat">
            <a:solidFill>
              <a:srgbClr val="073DD0"/>
            </a:solidFill>
            <a:prstDash val="dash"/>
            <a:round/>
            <a:headEnd type="none" w="sm" len="sm"/>
            <a:tailEnd type="none" w="sm" len="sm"/>
          </a:ln>
        </p:spPr>
      </p:cxnSp>
      <p:sp>
        <p:nvSpPr>
          <p:cNvPr id="204" name="Google Shape;204;p4">
            <a:extLst xmlns:a="http://schemas.openxmlformats.org/drawingml/2006/main">
              <a:ext uri="{FF2B5EF4-FFF2-40B4-BE49-F238E27FC236}">
                <a16:creationId xmlns:a16="http://schemas.microsoft.com/office/drawing/2014/main" id="{0AAE3D2F-8DE6-4E42-BEDD-1ED2FE108ACE}"/>
              </a:ext>
            </a:extLst>
          </p:cNvPr>
          <p:cNvSpPr>
            <a:spLocks xmlns:a="http://schemas.openxmlformats.org/drawingml/2006/main" noGrp="1"/>
          </p:cNvSpPr>
          <p:nvPr/>
        </p:nvSpPr>
        <p:spPr>
          <a:xfrm xmlns:a="http://schemas.openxmlformats.org/drawingml/2006/main">
            <a:off x="6202605" y="2209256"/>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073DD0"/>
          </a:solidFill>
          <a:ln xmlns:a="http://schemas.openxmlformats.org/drawingml/2006/main">
            <a:noFill/>
          </a:ln>
        </p:spPr>
      </p:sp>
      <p:cxnSp>
        <p:nvCxnSpPr>
          <p:cNvPr id="812" name="Google Shape;205;p4"/>
          <p:cNvCxnSpPr/>
          <p:nvPr/>
        </p:nvCxnSpPr>
        <p:spPr>
          <a:xfrm xmlns:a="http://schemas.openxmlformats.org/drawingml/2006/main">
            <a:off x="6606880" y="2366556"/>
            <a:ext cx="0" cy="171300"/>
          </a:xfrm>
          <a:prstGeom xmlns:a="http://schemas.openxmlformats.org/drawingml/2006/main" prst="straightConnector1">
            <a:avLst/>
          </a:prstGeom>
          <a:ln xmlns:a="http://schemas.openxmlformats.org/drawingml/2006/main" w="11025" cap="flat">
            <a:solidFill>
              <a:srgbClr val="073DD0"/>
            </a:solidFill>
            <a:prstDash val="dash"/>
            <a:round/>
            <a:headEnd type="none" w="sm" len="sm"/>
            <a:tailEnd type="none" w="sm" len="sm"/>
          </a:ln>
        </p:spPr>
      </p:cxnSp>
      <p:sp>
        <p:nvSpPr>
          <p:cNvPr id="206" name="Google Shape;206;p4">
            <a:extLst xmlns:a="http://schemas.openxmlformats.org/drawingml/2006/main">
              <a:ext uri="{FF2B5EF4-FFF2-40B4-BE49-F238E27FC236}">
                <a16:creationId xmlns:a16="http://schemas.microsoft.com/office/drawing/2014/main" id="{B30F0D10-B919-4884-B671-D8D9805908C7}"/>
              </a:ext>
            </a:extLst>
          </p:cNvPr>
          <p:cNvSpPr>
            <a:spLocks xmlns:a="http://schemas.openxmlformats.org/drawingml/2006/main" noGrp="1"/>
          </p:cNvSpPr>
          <p:nvPr/>
        </p:nvSpPr>
        <p:spPr>
          <a:xfrm xmlns:a="http://schemas.openxmlformats.org/drawingml/2006/main">
            <a:off x="6578214" y="2482939"/>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73DD0"/>
          </a:solidFill>
          <a:ln xmlns:a="http://schemas.openxmlformats.org/drawingml/2006/main">
            <a:noFill/>
          </a:ln>
        </p:spPr>
      </p:sp>
      <p:cxnSp>
        <p:nvCxnSpPr>
          <p:cNvPr id="814" name="Google Shape;207;p4"/>
          <p:cNvCxnSpPr/>
          <p:nvPr/>
        </p:nvCxnSpPr>
        <p:spPr>
          <a:xfrm xmlns:a="http://schemas.openxmlformats.org/drawingml/2006/main">
            <a:off x="5963715" y="2286926"/>
            <a:ext cx="0" cy="685800"/>
          </a:xfrm>
          <a:prstGeom xmlns:a="http://schemas.openxmlformats.org/drawingml/2006/main" prst="straightConnector1">
            <a:avLst/>
          </a:prstGeom>
          <a:ln xmlns:a="http://schemas.openxmlformats.org/drawingml/2006/main" w="11025" cap="flat">
            <a:solidFill>
              <a:srgbClr val="073DD0"/>
            </a:solidFill>
            <a:prstDash val="solid"/>
            <a:round/>
            <a:headEnd type="none" w="sm" len="sm"/>
            <a:tailEnd type="none" w="sm" len="sm"/>
          </a:ln>
        </p:spPr>
      </p:cxnSp>
      <p:cxnSp>
        <p:nvCxnSpPr>
          <p:cNvPr id="815" name="Google Shape;208;p4"/>
          <p:cNvCxnSpPr/>
          <p:nvPr/>
        </p:nvCxnSpPr>
        <p:spPr>
          <a:xfrm xmlns:a="http://schemas.openxmlformats.org/drawingml/2006/main">
            <a:off x="5963715" y="2972971"/>
            <a:ext cx="318300" cy="0"/>
          </a:xfrm>
          <a:prstGeom xmlns:a="http://schemas.openxmlformats.org/drawingml/2006/main" prst="straightConnector1">
            <a:avLst/>
          </a:prstGeom>
          <a:ln xmlns:a="http://schemas.openxmlformats.org/drawingml/2006/main" w="11025" cap="flat">
            <a:solidFill>
              <a:srgbClr val="073DD0"/>
            </a:solidFill>
            <a:prstDash val="solid"/>
            <a:round/>
            <a:headEnd type="none" w="sm" len="sm"/>
            <a:tailEnd type="none" w="sm" len="sm"/>
          </a:ln>
        </p:spPr>
      </p:cxnSp>
      <p:sp>
        <p:nvSpPr>
          <p:cNvPr id="209" name="Google Shape;209;p4">
            <a:extLst xmlns:a="http://schemas.openxmlformats.org/drawingml/2006/main">
              <a:ext uri="{FF2B5EF4-FFF2-40B4-BE49-F238E27FC236}">
                <a16:creationId xmlns:a16="http://schemas.microsoft.com/office/drawing/2014/main" id="{4AAEC8CD-0400-4E6C-8F8F-0D817DC9DE41}"/>
              </a:ext>
            </a:extLst>
          </p:cNvPr>
          <p:cNvSpPr>
            <a:spLocks xmlns:a="http://schemas.openxmlformats.org/drawingml/2006/main" noGrp="1"/>
          </p:cNvSpPr>
          <p:nvPr/>
        </p:nvSpPr>
        <p:spPr>
          <a:xfrm xmlns:a="http://schemas.openxmlformats.org/drawingml/2006/main">
            <a:off x="6227107" y="2944304"/>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073DD0"/>
          </a:solidFill>
          <a:ln xmlns:a="http://schemas.openxmlformats.org/drawingml/2006/main">
            <a:noFill/>
          </a:ln>
        </p:spPr>
      </p:sp>
      <p:sp>
        <p:nvSpPr>
          <p:cNvPr id="210" name="Google Shape;210;p4">
            <a:extLst xmlns:a="http://schemas.openxmlformats.org/drawingml/2006/main">
              <a:ext uri="{FF2B5EF4-FFF2-40B4-BE49-F238E27FC236}">
                <a16:creationId xmlns:a16="http://schemas.microsoft.com/office/drawing/2014/main" id="{876C025C-E9EF-453F-9DF0-22F75EE35CD6}"/>
              </a:ext>
            </a:extLst>
          </p:cNvPr>
          <p:cNvSpPr>
            <a:spLocks xmlns:a="http://schemas.openxmlformats.org/drawingml/2006/main" noGrp="1"/>
          </p:cNvSpPr>
          <p:nvPr/>
        </p:nvSpPr>
        <p:spPr>
          <a:xfrm xmlns:a="http://schemas.openxmlformats.org/drawingml/2006/main">
            <a:off x="5935048" y="2286926"/>
            <a:ext cx="57281" cy="55078"/>
          </a:xfrm>
          <a:custGeom xmlns:a="http://schemas.openxmlformats.org/drawingml/2006/main">
            <a:rect l="l" t="t" r="r" b="b"/>
            <a:pathLst>
              <a:path w="89154" h="85725">
                <a:moveTo>
                  <a:pt x="44577" y="0"/>
                </a:moveTo>
                <a:lnTo>
                  <a:pt x="89154" y="85725"/>
                </a:lnTo>
                <a:lnTo>
                  <a:pt x="0" y="85725"/>
                </a:lnTo>
                <a:close/>
              </a:path>
            </a:pathLst>
          </a:custGeom>
          <a:solidFill xmlns:a="http://schemas.openxmlformats.org/drawingml/2006/main">
            <a:srgbClr val="073DD0"/>
          </a:solidFill>
          <a:ln xmlns:a="http://schemas.openxmlformats.org/drawingml/2006/main">
            <a:noFill/>
          </a:ln>
        </p:spPr>
      </p:sp>
      <p:cxnSp>
        <p:nvCxnSpPr>
          <p:cNvPr id="818" name="Google Shape;211;p4"/>
          <p:cNvCxnSpPr/>
          <p:nvPr/>
        </p:nvCxnSpPr>
        <p:spPr>
          <a:xfrm xmlns:a="http://schemas.openxmlformats.org/drawingml/2006/main">
            <a:off x="6974404" y="1453872"/>
            <a:ext cx="3063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19" name="Google Shape;212;p4"/>
          <p:cNvCxnSpPr/>
          <p:nvPr/>
        </p:nvCxnSpPr>
        <p:spPr>
          <a:xfrm xmlns:a="http://schemas.openxmlformats.org/drawingml/2006/main">
            <a:off x="7280673" y="1453872"/>
            <a:ext cx="0" cy="6495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20" name="Google Shape;213;p4"/>
          <p:cNvCxnSpPr/>
          <p:nvPr/>
        </p:nvCxnSpPr>
        <p:spPr>
          <a:xfrm xmlns:a="http://schemas.openxmlformats.org/drawingml/2006/main">
            <a:off x="7280673" y="2103164"/>
            <a:ext cx="5205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14" name="Google Shape;214;p4">
            <a:extLst xmlns:a="http://schemas.openxmlformats.org/drawingml/2006/main">
              <a:ext uri="{FF2B5EF4-FFF2-40B4-BE49-F238E27FC236}">
                <a16:creationId xmlns:a16="http://schemas.microsoft.com/office/drawing/2014/main" id="{51793E87-8397-46DC-B560-78D421390580}"/>
              </a:ext>
            </a:extLst>
          </p:cNvPr>
          <p:cNvSpPr>
            <a:spLocks xmlns:a="http://schemas.openxmlformats.org/drawingml/2006/main" noGrp="1"/>
          </p:cNvSpPr>
          <p:nvPr/>
        </p:nvSpPr>
        <p:spPr>
          <a:xfrm xmlns:a="http://schemas.openxmlformats.org/drawingml/2006/main">
            <a:off x="7746202" y="2074497"/>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cxnSp>
        <p:nvCxnSpPr>
          <p:cNvPr id="822" name="Google Shape;215;p4"/>
          <p:cNvCxnSpPr/>
          <p:nvPr/>
        </p:nvCxnSpPr>
        <p:spPr>
          <a:xfrm xmlns:a="http://schemas.openxmlformats.org/drawingml/2006/main">
            <a:off x="6882523" y="2972971"/>
            <a:ext cx="3981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23" name="Google Shape;216;p4"/>
          <p:cNvCxnSpPr/>
          <p:nvPr/>
        </p:nvCxnSpPr>
        <p:spPr>
          <a:xfrm xmlns:a="http://schemas.openxmlformats.org/drawingml/2006/main">
            <a:off x="7280673" y="2103164"/>
            <a:ext cx="0" cy="8697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24" name="Google Shape;217;p4"/>
          <p:cNvCxnSpPr/>
          <p:nvPr/>
        </p:nvCxnSpPr>
        <p:spPr>
          <a:xfrm xmlns:a="http://schemas.openxmlformats.org/drawingml/2006/main">
            <a:off x="8162729" y="2562569"/>
            <a:ext cx="0" cy="2508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18" name="Google Shape;218;p4">
            <a:extLst xmlns:a="http://schemas.openxmlformats.org/drawingml/2006/main">
              <a:ext uri="{FF2B5EF4-FFF2-40B4-BE49-F238E27FC236}">
                <a16:creationId xmlns:a16="http://schemas.microsoft.com/office/drawing/2014/main" id="{19FF2A06-02A1-405F-8BAC-1AA2F9DA1C80}"/>
              </a:ext>
            </a:extLst>
          </p:cNvPr>
          <p:cNvSpPr>
            <a:spLocks xmlns:a="http://schemas.openxmlformats.org/drawingml/2006/main" noGrp="1"/>
          </p:cNvSpPr>
          <p:nvPr/>
        </p:nvSpPr>
        <p:spPr>
          <a:xfrm xmlns:a="http://schemas.openxmlformats.org/drawingml/2006/main">
            <a:off x="8134062" y="2758582"/>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344F78"/>
          </a:solidFill>
          <a:ln xmlns:a="http://schemas.openxmlformats.org/drawingml/2006/main">
            <a:noFill/>
          </a:ln>
        </p:spPr>
      </p:sp>
      <p:cxnSp>
        <p:nvCxnSpPr>
          <p:cNvPr id="826" name="Google Shape;219;p4"/>
          <p:cNvCxnSpPr/>
          <p:nvPr/>
        </p:nvCxnSpPr>
        <p:spPr>
          <a:xfrm xmlns:a="http://schemas.openxmlformats.org/drawingml/2006/main">
            <a:off x="7580817" y="3046476"/>
            <a:ext cx="238800" cy="0"/>
          </a:xfrm>
          <a:prstGeom xmlns:a="http://schemas.openxmlformats.org/drawingml/2006/main" prst="straightConnector1">
            <a:avLst/>
          </a:prstGeom>
          <a:ln xmlns:a="http://schemas.openxmlformats.org/drawingml/2006/main" w="11025" cap="flat">
            <a:solidFill>
              <a:srgbClr val="EF3E4E"/>
            </a:solidFill>
            <a:prstDash val="solid"/>
            <a:round/>
            <a:headEnd type="none" w="sm" len="sm"/>
            <a:tailEnd type="none" w="sm" len="sm"/>
          </a:ln>
        </p:spPr>
      </p:cxnSp>
      <p:cxnSp>
        <p:nvCxnSpPr>
          <p:cNvPr id="827" name="Google Shape;220;p4"/>
          <p:cNvCxnSpPr/>
          <p:nvPr/>
        </p:nvCxnSpPr>
        <p:spPr>
          <a:xfrm xmlns:a="http://schemas.openxmlformats.org/drawingml/2006/main">
            <a:off x="7580817" y="3046476"/>
            <a:ext cx="0" cy="600600"/>
          </a:xfrm>
          <a:prstGeom xmlns:a="http://schemas.openxmlformats.org/drawingml/2006/main" prst="straightConnector1">
            <a:avLst/>
          </a:prstGeom>
          <a:ln xmlns:a="http://schemas.openxmlformats.org/drawingml/2006/main" w="11025" cap="flat">
            <a:solidFill>
              <a:srgbClr val="EF3E4E"/>
            </a:solidFill>
            <a:prstDash val="solid"/>
            <a:round/>
            <a:headEnd type="none" w="sm" len="sm"/>
            <a:tailEnd type="none" w="sm" len="sm"/>
          </a:ln>
        </p:spPr>
      </p:cxnSp>
      <p:sp>
        <p:nvSpPr>
          <p:cNvPr id="221" name="Google Shape;221;p4">
            <a:extLst xmlns:a="http://schemas.openxmlformats.org/drawingml/2006/main">
              <a:ext uri="{FF2B5EF4-FFF2-40B4-BE49-F238E27FC236}">
                <a16:creationId xmlns:a16="http://schemas.microsoft.com/office/drawing/2014/main" id="{01C921EA-97BC-4132-B186-796B7807E873}"/>
              </a:ext>
            </a:extLst>
          </p:cNvPr>
          <p:cNvSpPr>
            <a:spLocks xmlns:a="http://schemas.openxmlformats.org/drawingml/2006/main" noGrp="1"/>
          </p:cNvSpPr>
          <p:nvPr/>
        </p:nvSpPr>
        <p:spPr>
          <a:xfrm xmlns:a="http://schemas.openxmlformats.org/drawingml/2006/main">
            <a:off x="7552150" y="3591637"/>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EF3E4E"/>
          </a:solidFill>
          <a:ln xmlns:a="http://schemas.openxmlformats.org/drawingml/2006/main">
            <a:noFill/>
          </a:ln>
        </p:spPr>
      </p:sp>
      <p:cxnSp>
        <p:nvCxnSpPr>
          <p:cNvPr id="829" name="Google Shape;222;p4"/>
          <p:cNvCxnSpPr/>
          <p:nvPr/>
        </p:nvCxnSpPr>
        <p:spPr>
          <a:xfrm xmlns:a="http://schemas.openxmlformats.org/drawingml/2006/main">
            <a:off x="8505750" y="3046476"/>
            <a:ext cx="48900" cy="0"/>
          </a:xfrm>
          <a:prstGeom xmlns:a="http://schemas.openxmlformats.org/drawingml/2006/main" prst="straightConnector1">
            <a:avLst/>
          </a:prstGeom>
          <a:ln xmlns:a="http://schemas.openxmlformats.org/drawingml/2006/main" w="11025" cap="flat">
            <a:solidFill>
              <a:srgbClr val="08A65B"/>
            </a:solidFill>
            <a:prstDash val="solid"/>
            <a:round/>
            <a:headEnd type="none" w="sm" len="sm"/>
            <a:tailEnd type="none" w="sm" len="sm"/>
          </a:ln>
        </p:spPr>
      </p:cxnSp>
      <p:cxnSp>
        <p:nvCxnSpPr>
          <p:cNvPr id="830" name="Google Shape;223;p4"/>
          <p:cNvCxnSpPr/>
          <p:nvPr/>
        </p:nvCxnSpPr>
        <p:spPr>
          <a:xfrm xmlns:a="http://schemas.openxmlformats.org/drawingml/2006/main">
            <a:off x="8554753" y="3046476"/>
            <a:ext cx="0" cy="600600"/>
          </a:xfrm>
          <a:prstGeom xmlns:a="http://schemas.openxmlformats.org/drawingml/2006/main" prst="straightConnector1">
            <a:avLst/>
          </a:prstGeom>
          <a:ln xmlns:a="http://schemas.openxmlformats.org/drawingml/2006/main" w="11025" cap="flat">
            <a:solidFill>
              <a:srgbClr val="08A65B"/>
            </a:solidFill>
            <a:prstDash val="solid"/>
            <a:round/>
            <a:headEnd type="none" w="sm" len="sm"/>
            <a:tailEnd type="none" w="sm" len="sm"/>
          </a:ln>
        </p:spPr>
      </p:cxnSp>
      <p:sp>
        <p:nvSpPr>
          <p:cNvPr id="224" name="Google Shape;224;p4">
            <a:extLst xmlns:a="http://schemas.openxmlformats.org/drawingml/2006/main">
              <a:ext uri="{FF2B5EF4-FFF2-40B4-BE49-F238E27FC236}">
                <a16:creationId xmlns:a16="http://schemas.microsoft.com/office/drawing/2014/main" id="{C450410A-A933-450C-A790-1C5830E89057}"/>
              </a:ext>
            </a:extLst>
          </p:cNvPr>
          <p:cNvSpPr>
            <a:spLocks xmlns:a="http://schemas.openxmlformats.org/drawingml/2006/main" noGrp="1"/>
          </p:cNvSpPr>
          <p:nvPr/>
        </p:nvSpPr>
        <p:spPr>
          <a:xfrm xmlns:a="http://schemas.openxmlformats.org/drawingml/2006/main">
            <a:off x="8526087" y="3591637"/>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8A65B"/>
          </a:solidFill>
          <a:ln xmlns:a="http://schemas.openxmlformats.org/drawingml/2006/main">
            <a:noFill/>
          </a:ln>
        </p:spPr>
      </p:sp>
      <p:cxnSp>
        <p:nvCxnSpPr>
          <p:cNvPr id="832" name="Google Shape;225;p4"/>
          <p:cNvCxnSpPr/>
          <p:nvPr/>
        </p:nvCxnSpPr>
        <p:spPr>
          <a:xfrm xmlns:a="http://schemas.openxmlformats.org/drawingml/2006/main">
            <a:off x="8554753" y="3859566"/>
            <a:ext cx="0" cy="274500"/>
          </a:xfrm>
          <a:prstGeom xmlns:a="http://schemas.openxmlformats.org/drawingml/2006/main" prst="straightConnector1">
            <a:avLst/>
          </a:prstGeom>
          <a:ln xmlns:a="http://schemas.openxmlformats.org/drawingml/2006/main" w="11025" cap="flat">
            <a:solidFill>
              <a:srgbClr val="08A65B"/>
            </a:solidFill>
            <a:prstDash val="solid"/>
            <a:round/>
            <a:headEnd type="none" w="sm" len="sm"/>
            <a:tailEnd type="none" w="sm" len="sm"/>
          </a:ln>
        </p:spPr>
      </p:cxnSp>
      <p:sp>
        <p:nvSpPr>
          <p:cNvPr id="226" name="Google Shape;226;p4">
            <a:extLst xmlns:a="http://schemas.openxmlformats.org/drawingml/2006/main">
              <a:ext uri="{FF2B5EF4-FFF2-40B4-BE49-F238E27FC236}">
                <a16:creationId xmlns:a16="http://schemas.microsoft.com/office/drawing/2014/main" id="{93F28994-BB3F-4B37-9696-F0294E524EE5}"/>
              </a:ext>
            </a:extLst>
          </p:cNvPr>
          <p:cNvSpPr>
            <a:spLocks xmlns:a="http://schemas.openxmlformats.org/drawingml/2006/main" noGrp="1"/>
          </p:cNvSpPr>
          <p:nvPr/>
        </p:nvSpPr>
        <p:spPr>
          <a:xfrm xmlns:a="http://schemas.openxmlformats.org/drawingml/2006/main">
            <a:off x="8526087" y="4133714"/>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8A65B"/>
          </a:solidFill>
          <a:ln xmlns:a="http://schemas.openxmlformats.org/drawingml/2006/main">
            <a:noFill/>
          </a:ln>
        </p:spPr>
      </p:sp>
      <p:cxnSp>
        <p:nvCxnSpPr>
          <p:cNvPr id="834" name="Google Shape;227;p4"/>
          <p:cNvCxnSpPr/>
          <p:nvPr/>
        </p:nvCxnSpPr>
        <p:spPr>
          <a:xfrm xmlns:a="http://schemas.openxmlformats.org/drawingml/2006/main">
            <a:off x="5596192" y="2727955"/>
            <a:ext cx="5400" cy="13014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35" name="Google Shape;228;p4"/>
          <p:cNvCxnSpPr/>
          <p:nvPr/>
        </p:nvCxnSpPr>
        <p:spPr>
          <a:xfrm xmlns:a="http://schemas.openxmlformats.org/drawingml/2006/main">
            <a:off x="4207289" y="3217248"/>
            <a:ext cx="1389000" cy="24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cxnSp>
        <p:nvCxnSpPr>
          <p:cNvPr id="836" name="Google Shape;229;p4"/>
          <p:cNvCxnSpPr/>
          <p:nvPr/>
        </p:nvCxnSpPr>
        <p:spPr>
          <a:xfrm xmlns:a="http://schemas.openxmlformats.org/drawingml/2006/main">
            <a:off x="4214282" y="3214627"/>
            <a:ext cx="900" cy="4665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30" name="Google Shape;230;p4">
            <a:extLst xmlns:a="http://schemas.openxmlformats.org/drawingml/2006/main">
              <a:ext uri="{FF2B5EF4-FFF2-40B4-BE49-F238E27FC236}">
                <a16:creationId xmlns:a16="http://schemas.microsoft.com/office/drawing/2014/main" id="{B3C59973-6FDC-4D87-9401-AFCCE37BAF77}"/>
              </a:ext>
            </a:extLst>
          </p:cNvPr>
          <p:cNvSpPr>
            <a:spLocks xmlns:a="http://schemas.openxmlformats.org/drawingml/2006/main" noGrp="1"/>
          </p:cNvSpPr>
          <p:nvPr/>
        </p:nvSpPr>
        <p:spPr>
          <a:xfrm xmlns:a="http://schemas.openxmlformats.org/drawingml/2006/main">
            <a:off x="4186688" y="3681349"/>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344F78"/>
          </a:solidFill>
          <a:ln xmlns:a="http://schemas.openxmlformats.org/drawingml/2006/main">
            <a:noFill/>
          </a:ln>
        </p:spPr>
      </p:sp>
      <p:sp>
        <p:nvSpPr>
          <p:cNvPr id="231" name="Google Shape;231;p4">
            <a:extLst xmlns:a="http://schemas.openxmlformats.org/drawingml/2006/main">
              <a:ext uri="{FF2B5EF4-FFF2-40B4-BE49-F238E27FC236}">
                <a16:creationId xmlns:a16="http://schemas.microsoft.com/office/drawing/2014/main" id="{B63A9F8E-B87F-480B-9273-CD821C0AA345}"/>
              </a:ext>
            </a:extLst>
          </p:cNvPr>
          <p:cNvSpPr>
            <a:spLocks xmlns:a="http://schemas.openxmlformats.org/drawingml/2006/main" noGrp="1"/>
          </p:cNvSpPr>
          <p:nvPr/>
        </p:nvSpPr>
        <p:spPr>
          <a:xfrm xmlns:a="http://schemas.openxmlformats.org/drawingml/2006/main">
            <a:off x="5567525" y="2727955"/>
            <a:ext cx="57281" cy="55078"/>
          </a:xfrm>
          <a:custGeom xmlns:a="http://schemas.openxmlformats.org/drawingml/2006/main">
            <a:rect l="l" t="t" r="r" b="b"/>
            <a:pathLst>
              <a:path w="89154" h="85725">
                <a:moveTo>
                  <a:pt x="44577" y="0"/>
                </a:moveTo>
                <a:lnTo>
                  <a:pt x="89154" y="85725"/>
                </a:lnTo>
                <a:lnTo>
                  <a:pt x="0" y="85725"/>
                </a:lnTo>
                <a:close/>
              </a:path>
            </a:pathLst>
          </a:custGeom>
          <a:solidFill xmlns:a="http://schemas.openxmlformats.org/drawingml/2006/main">
            <a:srgbClr val="344F78"/>
          </a:solidFill>
          <a:ln xmlns:a="http://schemas.openxmlformats.org/drawingml/2006/main">
            <a:noFill/>
          </a:ln>
        </p:spPr>
      </p:sp>
      <p:cxnSp>
        <p:nvCxnSpPr>
          <p:cNvPr id="839" name="Google Shape;232;p4"/>
          <p:cNvCxnSpPr/>
          <p:nvPr/>
        </p:nvCxnSpPr>
        <p:spPr>
          <a:xfrm xmlns:a="http://schemas.openxmlformats.org/drawingml/2006/main">
            <a:off x="5816706" y="2727955"/>
            <a:ext cx="91800" cy="0"/>
          </a:xfrm>
          <a:prstGeom xmlns:a="http://schemas.openxmlformats.org/drawingml/2006/main" prst="straightConnector1">
            <a:avLst/>
          </a:prstGeom>
          <a:ln xmlns:a="http://schemas.openxmlformats.org/drawingml/2006/main" w="11025" cap="flat">
            <a:solidFill>
              <a:srgbClr val="078D9A"/>
            </a:solidFill>
            <a:prstDash val="solid"/>
            <a:round/>
            <a:headEnd type="none" w="sm" len="sm"/>
            <a:tailEnd type="none" w="sm" len="sm"/>
          </a:ln>
        </p:spPr>
      </p:cxnSp>
      <p:cxnSp>
        <p:nvCxnSpPr>
          <p:cNvPr id="840" name="Google Shape;233;p4"/>
          <p:cNvCxnSpPr/>
          <p:nvPr/>
        </p:nvCxnSpPr>
        <p:spPr>
          <a:xfrm xmlns:a="http://schemas.openxmlformats.org/drawingml/2006/main">
            <a:off x="5908586" y="2727955"/>
            <a:ext cx="0" cy="1586700"/>
          </a:xfrm>
          <a:prstGeom xmlns:a="http://schemas.openxmlformats.org/drawingml/2006/main" prst="straightConnector1">
            <a:avLst/>
          </a:prstGeom>
          <a:ln xmlns:a="http://schemas.openxmlformats.org/drawingml/2006/main" w="11025" cap="flat">
            <a:solidFill>
              <a:srgbClr val="078D9A"/>
            </a:solidFill>
            <a:prstDash val="solid"/>
            <a:round/>
            <a:headEnd type="none" w="sm" len="sm"/>
            <a:tailEnd type="none" w="sm" len="sm"/>
          </a:ln>
        </p:spPr>
      </p:cxnSp>
      <p:cxnSp>
        <p:nvCxnSpPr>
          <p:cNvPr id="841" name="Google Shape;234;p4"/>
          <p:cNvCxnSpPr/>
          <p:nvPr/>
        </p:nvCxnSpPr>
        <p:spPr>
          <a:xfrm xmlns:a="http://schemas.openxmlformats.org/drawingml/2006/main">
            <a:off x="5908586" y="4314434"/>
            <a:ext cx="863700" cy="0"/>
          </a:xfrm>
          <a:prstGeom xmlns:a="http://schemas.openxmlformats.org/drawingml/2006/main" prst="straightConnector1">
            <a:avLst/>
          </a:prstGeom>
          <a:ln xmlns:a="http://schemas.openxmlformats.org/drawingml/2006/main" w="11025" cap="flat">
            <a:solidFill>
              <a:srgbClr val="078D9A"/>
            </a:solidFill>
            <a:prstDash val="solid"/>
            <a:round/>
            <a:headEnd type="none" w="sm" len="sm"/>
            <a:tailEnd type="none" w="sm" len="sm"/>
          </a:ln>
        </p:spPr>
      </p:cxnSp>
      <p:cxnSp>
        <p:nvCxnSpPr>
          <p:cNvPr id="842" name="Google Shape;235;p4"/>
          <p:cNvCxnSpPr/>
          <p:nvPr/>
        </p:nvCxnSpPr>
        <p:spPr>
          <a:xfrm xmlns:a="http://schemas.openxmlformats.org/drawingml/2006/main">
            <a:off x="6827796" y="4235318"/>
            <a:ext cx="0" cy="196200"/>
          </a:xfrm>
          <a:prstGeom xmlns:a="http://schemas.openxmlformats.org/drawingml/2006/main" prst="straightConnector1">
            <a:avLst/>
          </a:prstGeom>
          <a:ln xmlns:a="http://schemas.openxmlformats.org/drawingml/2006/main" w="11025" cap="flat">
            <a:solidFill>
              <a:srgbClr val="078D9A"/>
            </a:solidFill>
            <a:prstDash val="solid"/>
            <a:round/>
            <a:headEnd type="none" w="sm" len="sm"/>
            <a:tailEnd type="none" w="sm" len="sm"/>
          </a:ln>
        </p:spPr>
      </p:cxnSp>
      <p:sp>
        <p:nvSpPr>
          <p:cNvPr id="236" name="Google Shape;236;p4">
            <a:extLst xmlns:a="http://schemas.openxmlformats.org/drawingml/2006/main">
              <a:ext uri="{FF2B5EF4-FFF2-40B4-BE49-F238E27FC236}">
                <a16:creationId xmlns:a16="http://schemas.microsoft.com/office/drawing/2014/main" id="{EF176AFE-C310-4CCB-83BD-DBEB9B527CBE}"/>
              </a:ext>
            </a:extLst>
          </p:cNvPr>
          <p:cNvSpPr>
            <a:spLocks xmlns:a="http://schemas.openxmlformats.org/drawingml/2006/main" noGrp="1"/>
          </p:cNvSpPr>
          <p:nvPr/>
        </p:nvSpPr>
        <p:spPr>
          <a:xfrm xmlns:a="http://schemas.openxmlformats.org/drawingml/2006/main">
            <a:off x="6799130" y="4431331"/>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78D9A"/>
          </a:solidFill>
          <a:ln xmlns:a="http://schemas.openxmlformats.org/drawingml/2006/main">
            <a:noFill/>
          </a:ln>
        </p:spPr>
      </p:sp>
      <p:sp>
        <p:nvSpPr>
          <p:cNvPr id="237" name="Google Shape;237;p4">
            <a:extLst xmlns:a="http://schemas.openxmlformats.org/drawingml/2006/main">
              <a:ext uri="{FF2B5EF4-FFF2-40B4-BE49-F238E27FC236}">
                <a16:creationId xmlns:a16="http://schemas.microsoft.com/office/drawing/2014/main" id="{3672A7BF-DC68-4C39-A4A9-042984964F0D}"/>
              </a:ext>
            </a:extLst>
          </p:cNvPr>
          <p:cNvSpPr>
            <a:spLocks xmlns:a="http://schemas.openxmlformats.org/drawingml/2006/main" noGrp="1"/>
          </p:cNvSpPr>
          <p:nvPr/>
        </p:nvSpPr>
        <p:spPr>
          <a:xfrm xmlns:a="http://schemas.openxmlformats.org/drawingml/2006/main">
            <a:off x="5816706" y="2699288"/>
            <a:ext cx="55078" cy="57281"/>
          </a:xfrm>
          <a:custGeom xmlns:a="http://schemas.openxmlformats.org/drawingml/2006/main">
            <a:rect l="l" t="t" r="r" b="b"/>
            <a:pathLst>
              <a:path w="85725" h="89154">
                <a:moveTo>
                  <a:pt x="0" y="44577"/>
                </a:moveTo>
                <a:lnTo>
                  <a:pt x="85725" y="0"/>
                </a:lnTo>
                <a:lnTo>
                  <a:pt x="85725" y="89154"/>
                </a:lnTo>
                <a:close/>
              </a:path>
            </a:pathLst>
          </a:custGeom>
          <a:solidFill xmlns:a="http://schemas.openxmlformats.org/drawingml/2006/main">
            <a:srgbClr val="078D9A"/>
          </a:solidFill>
          <a:ln xmlns:a="http://schemas.openxmlformats.org/drawingml/2006/main">
            <a:noFill/>
          </a:ln>
        </p:spPr>
      </p:sp>
      <p:cxnSp>
        <p:nvCxnSpPr>
          <p:cNvPr id="845" name="Google Shape;238;p4"/>
          <p:cNvCxnSpPr/>
          <p:nvPr/>
        </p:nvCxnSpPr>
        <p:spPr>
          <a:xfrm xmlns:a="http://schemas.openxmlformats.org/drawingml/2006/main">
            <a:off x="4868943" y="4270688"/>
            <a:ext cx="275100" cy="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39" name="Google Shape;239;p4">
            <a:extLst xmlns:a="http://schemas.openxmlformats.org/drawingml/2006/main">
              <a:ext uri="{FF2B5EF4-FFF2-40B4-BE49-F238E27FC236}">
                <a16:creationId xmlns:a16="http://schemas.microsoft.com/office/drawing/2014/main" id="{E96D9D33-37ED-44EB-BE3B-53F36D68AF99}"/>
              </a:ext>
            </a:extLst>
          </p:cNvPr>
          <p:cNvSpPr>
            <a:spLocks xmlns:a="http://schemas.openxmlformats.org/drawingml/2006/main" noGrp="1"/>
          </p:cNvSpPr>
          <p:nvPr/>
        </p:nvSpPr>
        <p:spPr>
          <a:xfrm xmlns:a="http://schemas.openxmlformats.org/drawingml/2006/main">
            <a:off x="5137639" y="4239389"/>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344F78"/>
          </a:solidFill>
          <a:ln xmlns:a="http://schemas.openxmlformats.org/drawingml/2006/main">
            <a:noFill/>
          </a:ln>
        </p:spPr>
      </p:sp>
      <p:sp>
        <p:nvSpPr>
          <p:cNvPr id="240" name="Google Shape;240;p4">
            <a:extLst xmlns:a="http://schemas.openxmlformats.org/drawingml/2006/main">
              <a:ext uri="{FF2B5EF4-FFF2-40B4-BE49-F238E27FC236}">
                <a16:creationId xmlns:a16="http://schemas.microsoft.com/office/drawing/2014/main" id="{DEFCD4D3-A4A6-43A6-B724-747308775C16}"/>
              </a:ext>
            </a:extLst>
          </p:cNvPr>
          <p:cNvSpPr>
            <a:spLocks xmlns:a="http://schemas.openxmlformats.org/drawingml/2006/main" noGrp="1"/>
          </p:cNvSpPr>
          <p:nvPr/>
        </p:nvSpPr>
        <p:spPr>
          <a:xfrm xmlns:a="http://schemas.openxmlformats.org/drawingml/2006/main">
            <a:off x="4819191" y="4239389"/>
            <a:ext cx="55078" cy="57281"/>
          </a:xfrm>
          <a:custGeom xmlns:a="http://schemas.openxmlformats.org/drawingml/2006/main">
            <a:rect l="l" t="t" r="r" b="b"/>
            <a:pathLst>
              <a:path w="85725" h="89154">
                <a:moveTo>
                  <a:pt x="0" y="44577"/>
                </a:moveTo>
                <a:lnTo>
                  <a:pt x="85725" y="0"/>
                </a:lnTo>
                <a:lnTo>
                  <a:pt x="85725" y="89154"/>
                </a:lnTo>
                <a:close/>
              </a:path>
            </a:pathLst>
          </a:custGeom>
          <a:solidFill xmlns:a="http://schemas.openxmlformats.org/drawingml/2006/main">
            <a:srgbClr val="344F78"/>
          </a:solidFill>
          <a:ln xmlns:a="http://schemas.openxmlformats.org/drawingml/2006/main">
            <a:noFill/>
          </a:ln>
        </p:spPr>
      </p:sp>
      <p:cxnSp>
        <p:nvCxnSpPr>
          <p:cNvPr id="848" name="Google Shape;241;p4"/>
          <p:cNvCxnSpPr/>
          <p:nvPr/>
        </p:nvCxnSpPr>
        <p:spPr>
          <a:xfrm xmlns:a="http://schemas.openxmlformats.org/drawingml/2006/main">
            <a:off x="818390" y="4202920"/>
            <a:ext cx="2946300" cy="0"/>
          </a:xfrm>
          <a:prstGeom xmlns:a="http://schemas.openxmlformats.org/drawingml/2006/main" prst="straightConnector1">
            <a:avLst/>
          </a:prstGeom>
          <a:ln xmlns:a="http://schemas.openxmlformats.org/drawingml/2006/main" w="11025" cap="flat">
            <a:solidFill>
              <a:srgbClr val="073DD0"/>
            </a:solidFill>
            <a:prstDash val="dash"/>
            <a:round/>
            <a:headEnd type="none" w="sm" len="sm"/>
            <a:tailEnd type="none" w="sm" len="sm"/>
          </a:ln>
        </p:spPr>
      </p:cxnSp>
      <p:cxnSp>
        <p:nvCxnSpPr>
          <p:cNvPr id="849" name="Google Shape;242;p4"/>
          <p:cNvCxnSpPr/>
          <p:nvPr/>
        </p:nvCxnSpPr>
        <p:spPr>
          <a:xfrm xmlns:a="http://schemas.openxmlformats.org/drawingml/2006/main">
            <a:off x="818390" y="4202920"/>
            <a:ext cx="0" cy="312000"/>
          </a:xfrm>
          <a:prstGeom xmlns:a="http://schemas.openxmlformats.org/drawingml/2006/main" prst="straightConnector1">
            <a:avLst/>
          </a:prstGeom>
          <a:ln xmlns:a="http://schemas.openxmlformats.org/drawingml/2006/main" w="11025" cap="flat">
            <a:solidFill>
              <a:srgbClr val="073DD0"/>
            </a:solidFill>
            <a:prstDash val="dash"/>
            <a:round/>
            <a:headEnd type="none" w="sm" len="sm"/>
            <a:tailEnd type="none" w="sm" len="sm"/>
          </a:ln>
        </p:spPr>
      </p:cxnSp>
      <p:sp>
        <p:nvSpPr>
          <p:cNvPr id="243" name="Google Shape;243;p4">
            <a:extLst xmlns:a="http://schemas.openxmlformats.org/drawingml/2006/main">
              <a:ext uri="{FF2B5EF4-FFF2-40B4-BE49-F238E27FC236}">
                <a16:creationId xmlns:a16="http://schemas.microsoft.com/office/drawing/2014/main" id="{EEA5F0C9-BDB1-42C8-BADC-96A63B483E3C}"/>
              </a:ext>
            </a:extLst>
          </p:cNvPr>
          <p:cNvSpPr>
            <a:spLocks xmlns:a="http://schemas.openxmlformats.org/drawingml/2006/main" noGrp="1"/>
          </p:cNvSpPr>
          <p:nvPr/>
        </p:nvSpPr>
        <p:spPr>
          <a:xfrm xmlns:a="http://schemas.openxmlformats.org/drawingml/2006/main">
            <a:off x="789724" y="4460187"/>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073DD0"/>
          </a:solidFill>
          <a:ln xmlns:a="http://schemas.openxmlformats.org/drawingml/2006/main">
            <a:noFill/>
          </a:ln>
        </p:spPr>
      </p:sp>
      <p:cxnSp>
        <p:nvCxnSpPr>
          <p:cNvPr id="851" name="Google Shape;244;p4"/>
          <p:cNvCxnSpPr/>
          <p:nvPr/>
        </p:nvCxnSpPr>
        <p:spPr>
          <a:xfrm xmlns:a="http://schemas.openxmlformats.org/drawingml/2006/main">
            <a:off x="3048031" y="1924271"/>
            <a:ext cx="0" cy="2566500"/>
          </a:xfrm>
          <a:prstGeom xmlns:a="http://schemas.openxmlformats.org/drawingml/2006/main" prst="straightConnector1">
            <a:avLst/>
          </a:prstGeom>
          <a:ln xmlns:a="http://schemas.openxmlformats.org/drawingml/2006/main" w="11025" cap="flat">
            <a:solidFill>
              <a:srgbClr val="073DD0"/>
            </a:solidFill>
            <a:prstDash val="dash"/>
            <a:round/>
            <a:headEnd type="none" w="sm" len="sm"/>
            <a:tailEnd type="none" w="sm" len="sm"/>
          </a:ln>
        </p:spPr>
      </p:cxnSp>
      <p:sp>
        <p:nvSpPr>
          <p:cNvPr id="245" name="Google Shape;245;p4">
            <a:extLst xmlns:a="http://schemas.openxmlformats.org/drawingml/2006/main">
              <a:ext uri="{FF2B5EF4-FFF2-40B4-BE49-F238E27FC236}">
                <a16:creationId xmlns:a16="http://schemas.microsoft.com/office/drawing/2014/main" id="{281F2209-EAAA-4C24-93D4-B325AFBBB068}"/>
              </a:ext>
            </a:extLst>
          </p:cNvPr>
          <p:cNvSpPr>
            <a:spLocks xmlns:a="http://schemas.openxmlformats.org/drawingml/2006/main" noGrp="1"/>
          </p:cNvSpPr>
          <p:nvPr/>
        </p:nvSpPr>
        <p:spPr>
          <a:xfrm xmlns:a="http://schemas.openxmlformats.org/drawingml/2006/main">
            <a:off x="3019364" y="3015849"/>
            <a:ext cx="57281" cy="55078"/>
          </a:xfrm>
          <a:custGeom xmlns:a="http://schemas.openxmlformats.org/drawingml/2006/main">
            <a:rect l="l" t="t" r="r" b="b"/>
            <a:pathLst>
              <a:path w="89154" h="85725">
                <a:moveTo>
                  <a:pt x="44577" y="0"/>
                </a:moveTo>
                <a:lnTo>
                  <a:pt x="89154" y="85725"/>
                </a:lnTo>
                <a:lnTo>
                  <a:pt x="0" y="85725"/>
                </a:lnTo>
                <a:close/>
              </a:path>
            </a:pathLst>
          </a:custGeom>
          <a:solidFill xmlns:a="http://schemas.openxmlformats.org/drawingml/2006/main">
            <a:srgbClr val="073DD0"/>
          </a:solidFill>
          <a:ln xmlns:a="http://schemas.openxmlformats.org/drawingml/2006/main">
            <a:noFill/>
          </a:ln>
        </p:spPr>
      </p:sp>
      <p:cxnSp>
        <p:nvCxnSpPr>
          <p:cNvPr id="853" name="Google Shape;246;p4"/>
          <p:cNvCxnSpPr/>
          <p:nvPr/>
        </p:nvCxnSpPr>
        <p:spPr>
          <a:xfrm xmlns:a="http://schemas.openxmlformats.org/drawingml/2006/main">
            <a:off x="1094033" y="4692952"/>
            <a:ext cx="526800" cy="0"/>
          </a:xfrm>
          <a:prstGeom xmlns:a="http://schemas.openxmlformats.org/drawingml/2006/main" prst="straightConnector1">
            <a:avLst/>
          </a:prstGeom>
          <a:ln xmlns:a="http://schemas.openxmlformats.org/drawingml/2006/main" w="11025" cap="flat">
            <a:solidFill>
              <a:srgbClr val="073DD0"/>
            </a:solidFill>
            <a:prstDash val="solid"/>
            <a:round/>
            <a:headEnd type="none" w="sm" len="sm"/>
            <a:tailEnd type="none" w="sm" len="sm"/>
          </a:ln>
        </p:spPr>
      </p:cxnSp>
      <p:sp>
        <p:nvSpPr>
          <p:cNvPr id="247" name="Google Shape;247;p4">
            <a:extLst xmlns:a="http://schemas.openxmlformats.org/drawingml/2006/main">
              <a:ext uri="{FF2B5EF4-FFF2-40B4-BE49-F238E27FC236}">
                <a16:creationId xmlns:a16="http://schemas.microsoft.com/office/drawing/2014/main" id="{1DC9BEA4-B22D-4509-AA4C-C60B0C986FC4}"/>
              </a:ext>
            </a:extLst>
          </p:cNvPr>
          <p:cNvSpPr>
            <a:spLocks xmlns:a="http://schemas.openxmlformats.org/drawingml/2006/main" noGrp="1"/>
          </p:cNvSpPr>
          <p:nvPr/>
        </p:nvSpPr>
        <p:spPr>
          <a:xfrm xmlns:a="http://schemas.openxmlformats.org/drawingml/2006/main">
            <a:off x="1565688" y="4664286"/>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073DD0"/>
          </a:solidFill>
          <a:ln xmlns:a="http://schemas.openxmlformats.org/drawingml/2006/main">
            <a:noFill/>
          </a:ln>
        </p:spPr>
      </p:sp>
      <p:cxnSp>
        <p:nvCxnSpPr>
          <p:cNvPr id="855" name="Google Shape;248;p4"/>
          <p:cNvCxnSpPr/>
          <p:nvPr/>
        </p:nvCxnSpPr>
        <p:spPr>
          <a:xfrm xmlns:a="http://schemas.openxmlformats.org/drawingml/2006/main">
            <a:off x="2098596" y="4692952"/>
            <a:ext cx="710700" cy="0"/>
          </a:xfrm>
          <a:prstGeom xmlns:a="http://schemas.openxmlformats.org/drawingml/2006/main" prst="straightConnector1">
            <a:avLst/>
          </a:prstGeom>
          <a:ln xmlns:a="http://schemas.openxmlformats.org/drawingml/2006/main" w="11025" cap="flat">
            <a:solidFill>
              <a:srgbClr val="073DD0"/>
            </a:solidFill>
            <a:prstDash val="solid"/>
            <a:round/>
            <a:headEnd type="none" w="sm" len="sm"/>
            <a:tailEnd type="none" w="sm" len="sm"/>
          </a:ln>
        </p:spPr>
      </p:cxnSp>
      <p:sp>
        <p:nvSpPr>
          <p:cNvPr id="249" name="Google Shape;249;p4">
            <a:extLst xmlns:a="http://schemas.openxmlformats.org/drawingml/2006/main">
              <a:ext uri="{FF2B5EF4-FFF2-40B4-BE49-F238E27FC236}">
                <a16:creationId xmlns:a16="http://schemas.microsoft.com/office/drawing/2014/main" id="{1071A67A-AD97-4E4F-9296-773052D2189F}"/>
              </a:ext>
            </a:extLst>
          </p:cNvPr>
          <p:cNvSpPr>
            <a:spLocks xmlns:a="http://schemas.openxmlformats.org/drawingml/2006/main" noGrp="1"/>
          </p:cNvSpPr>
          <p:nvPr/>
        </p:nvSpPr>
        <p:spPr>
          <a:xfrm xmlns:a="http://schemas.openxmlformats.org/drawingml/2006/main">
            <a:off x="2754012" y="4664286"/>
            <a:ext cx="55078" cy="57281"/>
          </a:xfrm>
          <a:custGeom xmlns:a="http://schemas.openxmlformats.org/drawingml/2006/main">
            <a:rect l="l" t="t" r="r" b="b"/>
            <a:pathLst>
              <a:path w="85725" h="89154">
                <a:moveTo>
                  <a:pt x="85725" y="44577"/>
                </a:moveTo>
                <a:lnTo>
                  <a:pt x="0" y="89154"/>
                </a:lnTo>
                <a:lnTo>
                  <a:pt x="0" y="0"/>
                </a:lnTo>
                <a:close/>
              </a:path>
            </a:pathLst>
          </a:custGeom>
          <a:solidFill xmlns:a="http://schemas.openxmlformats.org/drawingml/2006/main">
            <a:srgbClr val="073DD0"/>
          </a:solidFill>
          <a:ln xmlns:a="http://schemas.openxmlformats.org/drawingml/2006/main">
            <a:noFill/>
          </a:ln>
        </p:spPr>
      </p:sp>
      <p:sp>
        <p:nvSpPr>
          <p:cNvPr id="252" name="Google Shape;252;p4">
            <a:extLst xmlns:a="http://schemas.openxmlformats.org/drawingml/2006/main">
              <a:ext uri="{FF2B5EF4-FFF2-40B4-BE49-F238E27FC236}">
                <a16:creationId xmlns:a16="http://schemas.microsoft.com/office/drawing/2014/main" id="{84672D6F-01E3-4EA0-89C8-B2A8499495CC}"/>
              </a:ext>
            </a:extLst>
          </p:cNvPr>
          <p:cNvSpPr>
            <a:spLocks xmlns:a="http://schemas.openxmlformats.org/drawingml/2006/main" noGrp="1"/>
          </p:cNvSpPr>
          <p:nvPr/>
        </p:nvSpPr>
        <p:spPr>
          <a:xfrm xmlns:a="http://schemas.openxmlformats.org/drawingml/2006/main">
            <a:off x="193601" y="2121540"/>
            <a:ext cx="7107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Observations</a:t>
            </a:r>
            <a:endParaRPr sz="900" b="0" i="0" u="none" strike="noStrike" cap="none">
              <a:solidFill>
                <a:srgbClr val="000000"/>
              </a:solidFill>
              <a:latin typeface="Arial"/>
              <a:ea typeface="Arial"/>
              <a:cs typeface="Arial"/>
            </a:endParaRPr>
          </a:p>
        </p:txBody>
      </p:sp>
      <p:sp>
        <p:nvSpPr>
          <p:cNvPr id="253" name="Google Shape;253;p4">
            <a:extLst xmlns:a="http://schemas.openxmlformats.org/drawingml/2006/main">
              <a:ext uri="{FF2B5EF4-FFF2-40B4-BE49-F238E27FC236}">
                <a16:creationId xmlns:a16="http://schemas.microsoft.com/office/drawing/2014/main" id="{099C9707-8062-4168-ABFA-63E3545DB5E3}"/>
              </a:ext>
            </a:extLst>
          </p:cNvPr>
          <p:cNvSpPr>
            <a:spLocks xmlns:a="http://schemas.openxmlformats.org/drawingml/2006/main" noGrp="1"/>
          </p:cNvSpPr>
          <p:nvPr/>
        </p:nvSpPr>
        <p:spPr>
          <a:xfrm xmlns:a="http://schemas.openxmlformats.org/drawingml/2006/main">
            <a:off x="175225" y="2286926"/>
            <a:ext cx="7719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72"/>
              <a:buFont typeface="Arial"/>
              <a:buNone/>
            </a:pPr>
            <a:r>
              <a:rPr sz="772" b="0" i="0" u="none" strike="noStrike" cap="none">
                <a:solidFill>
                  <a:srgbClr val="073DD0"/>
                </a:solidFill>
                <a:latin typeface="Arial Narrow"/>
                <a:ea typeface="Arial Narrow"/>
                <a:cs typeface="Arial Narrow"/>
              </a:rPr>
              <a:t>Radar / IR / strikes</a:t>
            </a:r>
            <a:endParaRPr sz="900" b="0" i="0" u="none" strike="noStrike" cap="none">
              <a:solidFill>
                <a:srgbClr val="000000"/>
              </a:solidFill>
              <a:latin typeface="Arial"/>
              <a:ea typeface="Arial"/>
              <a:cs typeface="Arial"/>
            </a:endParaRPr>
          </a:p>
        </p:txBody>
      </p:sp>
      <p:sp>
        <p:nvSpPr>
          <p:cNvPr id="254" name="Google Shape;254;p4">
            <a:extLst xmlns:a="http://schemas.openxmlformats.org/drawingml/2006/main">
              <a:ext uri="{FF2B5EF4-FFF2-40B4-BE49-F238E27FC236}">
                <a16:creationId xmlns:a16="http://schemas.microsoft.com/office/drawing/2014/main" id="{437B0C4C-FDB0-4469-8983-37D51610EA1A}"/>
              </a:ext>
            </a:extLst>
          </p:cNvPr>
          <p:cNvSpPr>
            <a:spLocks xmlns:a="http://schemas.openxmlformats.org/drawingml/2006/main" noGrp="1"/>
          </p:cNvSpPr>
          <p:nvPr/>
        </p:nvSpPr>
        <p:spPr>
          <a:xfrm xmlns:a="http://schemas.openxmlformats.org/drawingml/2006/main">
            <a:off x="1241061" y="1643917"/>
            <a:ext cx="220275" cy="191861"/>
          </a:xfrm>
          <a:custGeom xmlns:a="http://schemas.openxmlformats.org/drawingml/2006/main">
            <a:rect l="l" t="t" r="r" b="b"/>
            <a:pathLst>
              <a:path w="342841" h="298617">
                <a:moveTo>
                  <a:pt x="56698" y="298617"/>
                </a:moveTo>
                <a:lnTo>
                  <a:pt x="43741" y="285630"/>
                </a:lnTo>
                <a:lnTo>
                  <a:pt x="32247" y="271334"/>
                </a:lnTo>
                <a:lnTo>
                  <a:pt x="22345" y="255891"/>
                </a:lnTo>
                <a:lnTo>
                  <a:pt x="14151" y="239479"/>
                </a:lnTo>
                <a:lnTo>
                  <a:pt x="7756" y="222285"/>
                </a:lnTo>
                <a:lnTo>
                  <a:pt x="3236" y="204506"/>
                </a:lnTo>
                <a:lnTo>
                  <a:pt x="640" y="186346"/>
                </a:lnTo>
                <a:lnTo>
                  <a:pt x="0" y="168013"/>
                </a:lnTo>
                <a:lnTo>
                  <a:pt x="1322" y="149716"/>
                </a:lnTo>
                <a:lnTo>
                  <a:pt x="4592" y="131665"/>
                </a:lnTo>
                <a:lnTo>
                  <a:pt x="9771" y="114067"/>
                </a:lnTo>
                <a:lnTo>
                  <a:pt x="16801" y="97123"/>
                </a:lnTo>
                <a:lnTo>
                  <a:pt x="25601" y="81028"/>
                </a:lnTo>
                <a:lnTo>
                  <a:pt x="36071" y="65964"/>
                </a:lnTo>
                <a:lnTo>
                  <a:pt x="48089" y="52105"/>
                </a:lnTo>
                <a:lnTo>
                  <a:pt x="61520" y="39610"/>
                </a:lnTo>
                <a:lnTo>
                  <a:pt x="76209" y="28621"/>
                </a:lnTo>
                <a:lnTo>
                  <a:pt x="91988" y="19265"/>
                </a:lnTo>
                <a:lnTo>
                  <a:pt x="108676" y="11648"/>
                </a:lnTo>
                <a:lnTo>
                  <a:pt x="126083" y="5857"/>
                </a:lnTo>
                <a:lnTo>
                  <a:pt x="144009" y="1960"/>
                </a:lnTo>
                <a:lnTo>
                  <a:pt x="162248" y="0"/>
                </a:lnTo>
                <a:lnTo>
                  <a:pt x="180593" y="0"/>
                </a:lnTo>
                <a:lnTo>
                  <a:pt x="198832" y="1960"/>
                </a:lnTo>
                <a:lnTo>
                  <a:pt x="216758" y="5857"/>
                </a:lnTo>
                <a:lnTo>
                  <a:pt x="234164" y="11648"/>
                </a:lnTo>
                <a:lnTo>
                  <a:pt x="250852" y="19265"/>
                </a:lnTo>
                <a:lnTo>
                  <a:pt x="266631" y="28621"/>
                </a:lnTo>
                <a:lnTo>
                  <a:pt x="281320" y="39610"/>
                </a:lnTo>
                <a:lnTo>
                  <a:pt x="294751" y="52105"/>
                </a:lnTo>
                <a:lnTo>
                  <a:pt x="306770" y="65964"/>
                </a:lnTo>
                <a:lnTo>
                  <a:pt x="317239" y="81028"/>
                </a:lnTo>
                <a:lnTo>
                  <a:pt x="326039" y="97123"/>
                </a:lnTo>
                <a:lnTo>
                  <a:pt x="333069" y="114067"/>
                </a:lnTo>
                <a:lnTo>
                  <a:pt x="338249" y="131665"/>
                </a:lnTo>
                <a:lnTo>
                  <a:pt x="341518" y="149716"/>
                </a:lnTo>
                <a:lnTo>
                  <a:pt x="342841" y="168013"/>
                </a:lnTo>
                <a:lnTo>
                  <a:pt x="342200" y="186346"/>
                </a:lnTo>
                <a:lnTo>
                  <a:pt x="339605" y="204506"/>
                </a:lnTo>
                <a:lnTo>
                  <a:pt x="335084" y="222285"/>
                </a:lnTo>
                <a:lnTo>
                  <a:pt x="328690" y="239479"/>
                </a:lnTo>
                <a:lnTo>
                  <a:pt x="320495" y="255891"/>
                </a:lnTo>
                <a:lnTo>
                  <a:pt x="310594" y="271334"/>
                </a:lnTo>
                <a:lnTo>
                  <a:pt x="299099" y="285630"/>
                </a:lnTo>
                <a:lnTo>
                  <a:pt x="286143" y="298617"/>
                </a:lnTo>
                <a:lnTo>
                  <a:pt x="222408" y="227832"/>
                </a:lnTo>
                <a:lnTo>
                  <a:pt x="228166" y="222060"/>
                </a:lnTo>
                <a:lnTo>
                  <a:pt x="233275" y="215706"/>
                </a:lnTo>
                <a:lnTo>
                  <a:pt x="237676" y="208843"/>
                </a:lnTo>
                <a:lnTo>
                  <a:pt x="241318" y="201548"/>
                </a:lnTo>
                <a:lnTo>
                  <a:pt x="244160" y="193907"/>
                </a:lnTo>
                <a:lnTo>
                  <a:pt x="246169" y="186005"/>
                </a:lnTo>
                <a:lnTo>
                  <a:pt x="247323" y="177934"/>
                </a:lnTo>
                <a:lnTo>
                  <a:pt x="247607" y="169786"/>
                </a:lnTo>
                <a:lnTo>
                  <a:pt x="247019" y="161654"/>
                </a:lnTo>
                <a:lnTo>
                  <a:pt x="245566" y="153632"/>
                </a:lnTo>
                <a:lnTo>
                  <a:pt x="243264" y="145810"/>
                </a:lnTo>
                <a:lnTo>
                  <a:pt x="240140" y="138280"/>
                </a:lnTo>
                <a:lnTo>
                  <a:pt x="236229" y="131126"/>
                </a:lnTo>
                <a:lnTo>
                  <a:pt x="231576" y="124431"/>
                </a:lnTo>
                <a:lnTo>
                  <a:pt x="226234" y="118272"/>
                </a:lnTo>
                <a:lnTo>
                  <a:pt x="220265" y="112718"/>
                </a:lnTo>
                <a:lnTo>
                  <a:pt x="213736" y="107834"/>
                </a:lnTo>
                <a:lnTo>
                  <a:pt x="206723" y="103676"/>
                </a:lnTo>
                <a:lnTo>
                  <a:pt x="199306" y="100290"/>
                </a:lnTo>
                <a:lnTo>
                  <a:pt x="191570" y="97717"/>
                </a:lnTo>
                <a:lnTo>
                  <a:pt x="183603" y="95985"/>
                </a:lnTo>
                <a:lnTo>
                  <a:pt x="175497" y="95114"/>
                </a:lnTo>
                <a:lnTo>
                  <a:pt x="167344" y="95114"/>
                </a:lnTo>
                <a:lnTo>
                  <a:pt x="159237" y="95985"/>
                </a:lnTo>
                <a:lnTo>
                  <a:pt x="151270" y="97717"/>
                </a:lnTo>
                <a:lnTo>
                  <a:pt x="143534" y="100290"/>
                </a:lnTo>
                <a:lnTo>
                  <a:pt x="136117" y="103676"/>
                </a:lnTo>
                <a:lnTo>
                  <a:pt x="129104" y="107834"/>
                </a:lnTo>
                <a:lnTo>
                  <a:pt x="122576" y="112718"/>
                </a:lnTo>
                <a:lnTo>
                  <a:pt x="116607" y="118272"/>
                </a:lnTo>
                <a:lnTo>
                  <a:pt x="111265" y="124431"/>
                </a:lnTo>
                <a:lnTo>
                  <a:pt x="106612" y="131126"/>
                </a:lnTo>
                <a:lnTo>
                  <a:pt x="102701" y="138280"/>
                </a:lnTo>
                <a:lnTo>
                  <a:pt x="99576" y="145810"/>
                </a:lnTo>
                <a:lnTo>
                  <a:pt x="97274" y="153632"/>
                </a:lnTo>
                <a:lnTo>
                  <a:pt x="95821" y="161654"/>
                </a:lnTo>
                <a:lnTo>
                  <a:pt x="95233" y="169786"/>
                </a:lnTo>
                <a:lnTo>
                  <a:pt x="95518" y="177934"/>
                </a:lnTo>
                <a:lnTo>
                  <a:pt x="96672" y="186005"/>
                </a:lnTo>
                <a:lnTo>
                  <a:pt x="98681" y="193907"/>
                </a:lnTo>
                <a:lnTo>
                  <a:pt x="101523" y="201548"/>
                </a:lnTo>
                <a:lnTo>
                  <a:pt x="105165" y="208843"/>
                </a:lnTo>
                <a:lnTo>
                  <a:pt x="109565" y="215706"/>
                </a:lnTo>
                <a:lnTo>
                  <a:pt x="114674" y="222060"/>
                </a:lnTo>
                <a:lnTo>
                  <a:pt x="120433" y="227832"/>
                </a:lnTo>
                <a:close/>
              </a:path>
            </a:pathLst>
          </a:custGeom>
          <a:solidFill xmlns:a="http://schemas.openxmlformats.org/drawingml/2006/main">
            <a:srgbClr val="FF1018"/>
          </a:solidFill>
          <a:ln xmlns:a="http://schemas.openxmlformats.org/drawingml/2006/main">
            <a:noFill/>
          </a:ln>
        </p:spPr>
      </p:sp>
      <p:sp>
        <p:nvSpPr>
          <p:cNvPr id="255" name="Google Shape;255;p4">
            <a:extLst xmlns:a="http://schemas.openxmlformats.org/drawingml/2006/main">
              <a:ext uri="{FF2B5EF4-FFF2-40B4-BE49-F238E27FC236}">
                <a16:creationId xmlns:a16="http://schemas.microsoft.com/office/drawing/2014/main" id="{6486AED4-B81C-4331-ABD0-52FB93FFD62B}"/>
              </a:ext>
            </a:extLst>
          </p:cNvPr>
          <p:cNvSpPr>
            <a:spLocks xmlns:a="http://schemas.openxmlformats.org/drawingml/2006/main" noGrp="1"/>
          </p:cNvSpPr>
          <p:nvPr/>
        </p:nvSpPr>
        <p:spPr>
          <a:xfrm xmlns:a="http://schemas.openxmlformats.org/drawingml/2006/main">
            <a:off x="1130882" y="1839775"/>
            <a:ext cx="217809" cy="220260"/>
          </a:xfrm>
          <a:custGeom xmlns:a="http://schemas.openxmlformats.org/drawingml/2006/main">
            <a:rect l="l" t="t" r="r" b="b"/>
            <a:pathLst>
              <a:path w="339003" h="342817">
                <a:moveTo>
                  <a:pt x="339003" y="207092"/>
                </a:moveTo>
                <a:lnTo>
                  <a:pt x="334235" y="224806"/>
                </a:lnTo>
                <a:lnTo>
                  <a:pt x="327601" y="241909"/>
                </a:lnTo>
                <a:lnTo>
                  <a:pt x="319178" y="258205"/>
                </a:lnTo>
                <a:lnTo>
                  <a:pt x="309062" y="273508"/>
                </a:lnTo>
                <a:lnTo>
                  <a:pt x="297368" y="287643"/>
                </a:lnTo>
                <a:lnTo>
                  <a:pt x="284232" y="300447"/>
                </a:lnTo>
                <a:lnTo>
                  <a:pt x="269803" y="311775"/>
                </a:lnTo>
                <a:lnTo>
                  <a:pt x="254246" y="321496"/>
                </a:lnTo>
                <a:lnTo>
                  <a:pt x="237739" y="329499"/>
                </a:lnTo>
                <a:lnTo>
                  <a:pt x="220472" y="335693"/>
                </a:lnTo>
                <a:lnTo>
                  <a:pt x="202642" y="340007"/>
                </a:lnTo>
                <a:lnTo>
                  <a:pt x="184453" y="342391"/>
                </a:lnTo>
                <a:lnTo>
                  <a:pt x="166114" y="342817"/>
                </a:lnTo>
                <a:lnTo>
                  <a:pt x="147834" y="341282"/>
                </a:lnTo>
                <a:lnTo>
                  <a:pt x="129822" y="337803"/>
                </a:lnTo>
                <a:lnTo>
                  <a:pt x="112285" y="332419"/>
                </a:lnTo>
                <a:lnTo>
                  <a:pt x="95424" y="325193"/>
                </a:lnTo>
                <a:lnTo>
                  <a:pt x="79432" y="316206"/>
                </a:lnTo>
                <a:lnTo>
                  <a:pt x="64491" y="305562"/>
                </a:lnTo>
                <a:lnTo>
                  <a:pt x="50774" y="293383"/>
                </a:lnTo>
                <a:lnTo>
                  <a:pt x="38435" y="279807"/>
                </a:lnTo>
                <a:lnTo>
                  <a:pt x="27618" y="264991"/>
                </a:lnTo>
                <a:lnTo>
                  <a:pt x="18446" y="249105"/>
                </a:lnTo>
                <a:lnTo>
                  <a:pt x="11024" y="232329"/>
                </a:lnTo>
                <a:lnTo>
                  <a:pt x="5436" y="214856"/>
                </a:lnTo>
                <a:lnTo>
                  <a:pt x="1748" y="196886"/>
                </a:lnTo>
                <a:lnTo>
                  <a:pt x="0" y="178625"/>
                </a:lnTo>
                <a:lnTo>
                  <a:pt x="213" y="160282"/>
                </a:lnTo>
                <a:lnTo>
                  <a:pt x="2385" y="142067"/>
                </a:lnTo>
                <a:lnTo>
                  <a:pt x="6491" y="124188"/>
                </a:lnTo>
                <a:lnTo>
                  <a:pt x="12484" y="106850"/>
                </a:lnTo>
                <a:lnTo>
                  <a:pt x="20295" y="90251"/>
                </a:lnTo>
                <a:lnTo>
                  <a:pt x="29834" y="74582"/>
                </a:lnTo>
                <a:lnTo>
                  <a:pt x="40993" y="60022"/>
                </a:lnTo>
                <a:lnTo>
                  <a:pt x="53643" y="46738"/>
                </a:lnTo>
                <a:lnTo>
                  <a:pt x="67641" y="34881"/>
                </a:lnTo>
                <a:lnTo>
                  <a:pt x="82825" y="24587"/>
                </a:lnTo>
                <a:lnTo>
                  <a:pt x="99023" y="15975"/>
                </a:lnTo>
                <a:lnTo>
                  <a:pt x="116047" y="9143"/>
                </a:lnTo>
                <a:lnTo>
                  <a:pt x="133704" y="4169"/>
                </a:lnTo>
                <a:lnTo>
                  <a:pt x="151792" y="1109"/>
                </a:lnTo>
                <a:lnTo>
                  <a:pt x="170103" y="0"/>
                </a:lnTo>
                <a:lnTo>
                  <a:pt x="188427" y="853"/>
                </a:lnTo>
                <a:lnTo>
                  <a:pt x="206556" y="3660"/>
                </a:lnTo>
                <a:lnTo>
                  <a:pt x="224281" y="8387"/>
                </a:lnTo>
                <a:lnTo>
                  <a:pt x="194847" y="98975"/>
                </a:lnTo>
                <a:lnTo>
                  <a:pt x="186969" y="96874"/>
                </a:lnTo>
                <a:lnTo>
                  <a:pt x="178912" y="95627"/>
                </a:lnTo>
                <a:lnTo>
                  <a:pt x="170768" y="95248"/>
                </a:lnTo>
                <a:lnTo>
                  <a:pt x="162629" y="95741"/>
                </a:lnTo>
                <a:lnTo>
                  <a:pt x="154591" y="97100"/>
                </a:lnTo>
                <a:lnTo>
                  <a:pt x="146743" y="99311"/>
                </a:lnTo>
                <a:lnTo>
                  <a:pt x="139176" y="102348"/>
                </a:lnTo>
                <a:lnTo>
                  <a:pt x="131978" y="106175"/>
                </a:lnTo>
                <a:lnTo>
                  <a:pt x="125229" y="110750"/>
                </a:lnTo>
                <a:lnTo>
                  <a:pt x="119008" y="116020"/>
                </a:lnTo>
                <a:lnTo>
                  <a:pt x="113385" y="121924"/>
                </a:lnTo>
                <a:lnTo>
                  <a:pt x="108426" y="128395"/>
                </a:lnTo>
                <a:lnTo>
                  <a:pt x="104186" y="135359"/>
                </a:lnTo>
                <a:lnTo>
                  <a:pt x="100715" y="142736"/>
                </a:lnTo>
                <a:lnTo>
                  <a:pt x="98051" y="150442"/>
                </a:lnTo>
                <a:lnTo>
                  <a:pt x="96227" y="158388"/>
                </a:lnTo>
                <a:lnTo>
                  <a:pt x="95261" y="166484"/>
                </a:lnTo>
                <a:lnTo>
                  <a:pt x="95166" y="174637"/>
                </a:lnTo>
                <a:lnTo>
                  <a:pt x="95943" y="182753"/>
                </a:lnTo>
                <a:lnTo>
                  <a:pt x="97583" y="190739"/>
                </a:lnTo>
                <a:lnTo>
                  <a:pt x="100066" y="198505"/>
                </a:lnTo>
                <a:lnTo>
                  <a:pt x="103365" y="205961"/>
                </a:lnTo>
                <a:lnTo>
                  <a:pt x="107441" y="213022"/>
                </a:lnTo>
                <a:lnTo>
                  <a:pt x="112249" y="219606"/>
                </a:lnTo>
                <a:lnTo>
                  <a:pt x="117732" y="225640"/>
                </a:lnTo>
                <a:lnTo>
                  <a:pt x="123829" y="231053"/>
                </a:lnTo>
                <a:lnTo>
                  <a:pt x="130470" y="235784"/>
                </a:lnTo>
                <a:lnTo>
                  <a:pt x="137577" y="239778"/>
                </a:lnTo>
                <a:lnTo>
                  <a:pt x="145071" y="242990"/>
                </a:lnTo>
                <a:lnTo>
                  <a:pt x="152865" y="245382"/>
                </a:lnTo>
                <a:lnTo>
                  <a:pt x="160870" y="246929"/>
                </a:lnTo>
                <a:lnTo>
                  <a:pt x="168995" y="247611"/>
                </a:lnTo>
                <a:lnTo>
                  <a:pt x="177146" y="247421"/>
                </a:lnTo>
                <a:lnTo>
                  <a:pt x="185230" y="246362"/>
                </a:lnTo>
                <a:lnTo>
                  <a:pt x="193154" y="244445"/>
                </a:lnTo>
                <a:lnTo>
                  <a:pt x="200828" y="241692"/>
                </a:lnTo>
                <a:lnTo>
                  <a:pt x="208165" y="238135"/>
                </a:lnTo>
                <a:lnTo>
                  <a:pt x="215079" y="233814"/>
                </a:lnTo>
                <a:lnTo>
                  <a:pt x="221492" y="228780"/>
                </a:lnTo>
                <a:lnTo>
                  <a:pt x="227330" y="223089"/>
                </a:lnTo>
                <a:lnTo>
                  <a:pt x="232527" y="216807"/>
                </a:lnTo>
                <a:lnTo>
                  <a:pt x="237023" y="210006"/>
                </a:lnTo>
                <a:lnTo>
                  <a:pt x="240767" y="202763"/>
                </a:lnTo>
                <a:lnTo>
                  <a:pt x="243715" y="195161"/>
                </a:lnTo>
                <a:lnTo>
                  <a:pt x="245834" y="187289"/>
                </a:lnTo>
                <a:close/>
              </a:path>
            </a:pathLst>
          </a:custGeom>
          <a:solidFill xmlns:a="http://schemas.openxmlformats.org/drawingml/2006/main">
            <a:srgbClr val="08BA13"/>
          </a:solidFill>
          <a:ln xmlns:a="http://schemas.openxmlformats.org/drawingml/2006/main">
            <a:noFill/>
          </a:ln>
        </p:spPr>
      </p:sp>
      <p:sp>
        <p:nvSpPr>
          <p:cNvPr id="256" name="Google Shape;256;p4">
            <a:extLst xmlns:a="http://schemas.openxmlformats.org/drawingml/2006/main">
              <a:ext uri="{FF2B5EF4-FFF2-40B4-BE49-F238E27FC236}">
                <a16:creationId xmlns:a16="http://schemas.microsoft.com/office/drawing/2014/main" id="{1B0DD647-5EE5-4737-B29F-CC772B6A0D31}"/>
              </a:ext>
            </a:extLst>
          </p:cNvPr>
          <p:cNvSpPr>
            <a:spLocks xmlns:a="http://schemas.openxmlformats.org/drawingml/2006/main" noGrp="1"/>
          </p:cNvSpPr>
          <p:nvPr/>
        </p:nvSpPr>
        <p:spPr>
          <a:xfrm xmlns:a="http://schemas.openxmlformats.org/drawingml/2006/main">
            <a:off x="1353709" y="1839775"/>
            <a:ext cx="217809" cy="220260"/>
          </a:xfrm>
          <a:custGeom xmlns:a="http://schemas.openxmlformats.org/drawingml/2006/main">
            <a:rect l="l" t="t" r="r" b="b"/>
            <a:pathLst>
              <a:path w="339003" h="342817">
                <a:moveTo>
                  <a:pt x="114722" y="8387"/>
                </a:moveTo>
                <a:lnTo>
                  <a:pt x="132447" y="3660"/>
                </a:lnTo>
                <a:lnTo>
                  <a:pt x="150576" y="853"/>
                </a:lnTo>
                <a:lnTo>
                  <a:pt x="168900" y="0"/>
                </a:lnTo>
                <a:lnTo>
                  <a:pt x="187211" y="1109"/>
                </a:lnTo>
                <a:lnTo>
                  <a:pt x="205299" y="4169"/>
                </a:lnTo>
                <a:lnTo>
                  <a:pt x="222956" y="9143"/>
                </a:lnTo>
                <a:lnTo>
                  <a:pt x="239980" y="15975"/>
                </a:lnTo>
                <a:lnTo>
                  <a:pt x="256178" y="24587"/>
                </a:lnTo>
                <a:lnTo>
                  <a:pt x="271362" y="34881"/>
                </a:lnTo>
                <a:lnTo>
                  <a:pt x="285360" y="46738"/>
                </a:lnTo>
                <a:lnTo>
                  <a:pt x="298010" y="60022"/>
                </a:lnTo>
                <a:lnTo>
                  <a:pt x="309169" y="74582"/>
                </a:lnTo>
                <a:lnTo>
                  <a:pt x="318709" y="90251"/>
                </a:lnTo>
                <a:lnTo>
                  <a:pt x="326519" y="106850"/>
                </a:lnTo>
                <a:lnTo>
                  <a:pt x="332512" y="124188"/>
                </a:lnTo>
                <a:lnTo>
                  <a:pt x="336618" y="142067"/>
                </a:lnTo>
                <a:lnTo>
                  <a:pt x="338790" y="160282"/>
                </a:lnTo>
                <a:lnTo>
                  <a:pt x="339003" y="178625"/>
                </a:lnTo>
                <a:lnTo>
                  <a:pt x="337255" y="196886"/>
                </a:lnTo>
                <a:lnTo>
                  <a:pt x="333567" y="214856"/>
                </a:lnTo>
                <a:lnTo>
                  <a:pt x="327979" y="232329"/>
                </a:lnTo>
                <a:lnTo>
                  <a:pt x="320557" y="249105"/>
                </a:lnTo>
                <a:lnTo>
                  <a:pt x="311385" y="264991"/>
                </a:lnTo>
                <a:lnTo>
                  <a:pt x="300568" y="279807"/>
                </a:lnTo>
                <a:lnTo>
                  <a:pt x="288230" y="293383"/>
                </a:lnTo>
                <a:lnTo>
                  <a:pt x="274512" y="305562"/>
                </a:lnTo>
                <a:lnTo>
                  <a:pt x="259571" y="316206"/>
                </a:lnTo>
                <a:lnTo>
                  <a:pt x="243579" y="325193"/>
                </a:lnTo>
                <a:lnTo>
                  <a:pt x="226718" y="332419"/>
                </a:lnTo>
                <a:lnTo>
                  <a:pt x="209181" y="337803"/>
                </a:lnTo>
                <a:lnTo>
                  <a:pt x="191169" y="341282"/>
                </a:lnTo>
                <a:lnTo>
                  <a:pt x="172889" y="342817"/>
                </a:lnTo>
                <a:lnTo>
                  <a:pt x="154550" y="342391"/>
                </a:lnTo>
                <a:lnTo>
                  <a:pt x="136361" y="340007"/>
                </a:lnTo>
                <a:lnTo>
                  <a:pt x="118531" y="335693"/>
                </a:lnTo>
                <a:lnTo>
                  <a:pt x="101264" y="329499"/>
                </a:lnTo>
                <a:lnTo>
                  <a:pt x="84757" y="321496"/>
                </a:lnTo>
                <a:lnTo>
                  <a:pt x="69200" y="311775"/>
                </a:lnTo>
                <a:lnTo>
                  <a:pt x="54771" y="300447"/>
                </a:lnTo>
                <a:lnTo>
                  <a:pt x="41635" y="287643"/>
                </a:lnTo>
                <a:lnTo>
                  <a:pt x="29942" y="273508"/>
                </a:lnTo>
                <a:lnTo>
                  <a:pt x="19825" y="258205"/>
                </a:lnTo>
                <a:lnTo>
                  <a:pt x="11402" y="241909"/>
                </a:lnTo>
                <a:lnTo>
                  <a:pt x="4769" y="224806"/>
                </a:lnTo>
                <a:lnTo>
                  <a:pt x="0" y="207092"/>
                </a:lnTo>
                <a:lnTo>
                  <a:pt x="93169" y="187289"/>
                </a:lnTo>
                <a:lnTo>
                  <a:pt x="95288" y="195161"/>
                </a:lnTo>
                <a:lnTo>
                  <a:pt x="98236" y="202763"/>
                </a:lnTo>
                <a:lnTo>
                  <a:pt x="101980" y="210006"/>
                </a:lnTo>
                <a:lnTo>
                  <a:pt x="106476" y="216807"/>
                </a:lnTo>
                <a:lnTo>
                  <a:pt x="111673" y="223089"/>
                </a:lnTo>
                <a:lnTo>
                  <a:pt x="117511" y="228780"/>
                </a:lnTo>
                <a:lnTo>
                  <a:pt x="123924" y="233814"/>
                </a:lnTo>
                <a:lnTo>
                  <a:pt x="130838" y="238135"/>
                </a:lnTo>
                <a:lnTo>
                  <a:pt x="138175" y="241692"/>
                </a:lnTo>
                <a:lnTo>
                  <a:pt x="145849" y="244445"/>
                </a:lnTo>
                <a:lnTo>
                  <a:pt x="153773" y="246362"/>
                </a:lnTo>
                <a:lnTo>
                  <a:pt x="161857" y="247421"/>
                </a:lnTo>
                <a:lnTo>
                  <a:pt x="170008" y="247611"/>
                </a:lnTo>
                <a:lnTo>
                  <a:pt x="178133" y="246929"/>
                </a:lnTo>
                <a:lnTo>
                  <a:pt x="186138" y="245382"/>
                </a:lnTo>
                <a:lnTo>
                  <a:pt x="193932" y="242990"/>
                </a:lnTo>
                <a:lnTo>
                  <a:pt x="201426" y="239778"/>
                </a:lnTo>
                <a:lnTo>
                  <a:pt x="208533" y="235784"/>
                </a:lnTo>
                <a:lnTo>
                  <a:pt x="215174" y="231053"/>
                </a:lnTo>
                <a:lnTo>
                  <a:pt x="221271" y="225640"/>
                </a:lnTo>
                <a:lnTo>
                  <a:pt x="226754" y="219606"/>
                </a:lnTo>
                <a:lnTo>
                  <a:pt x="231562" y="213022"/>
                </a:lnTo>
                <a:lnTo>
                  <a:pt x="235638" y="205961"/>
                </a:lnTo>
                <a:lnTo>
                  <a:pt x="238937" y="198505"/>
                </a:lnTo>
                <a:lnTo>
                  <a:pt x="241420" y="190739"/>
                </a:lnTo>
                <a:lnTo>
                  <a:pt x="243060" y="182753"/>
                </a:lnTo>
                <a:lnTo>
                  <a:pt x="243837" y="174637"/>
                </a:lnTo>
                <a:lnTo>
                  <a:pt x="243742" y="166484"/>
                </a:lnTo>
                <a:lnTo>
                  <a:pt x="242776" y="158388"/>
                </a:lnTo>
                <a:lnTo>
                  <a:pt x="240952" y="150442"/>
                </a:lnTo>
                <a:lnTo>
                  <a:pt x="238288" y="142736"/>
                </a:lnTo>
                <a:lnTo>
                  <a:pt x="234817" y="135359"/>
                </a:lnTo>
                <a:lnTo>
                  <a:pt x="230577" y="128395"/>
                </a:lnTo>
                <a:lnTo>
                  <a:pt x="225618" y="121924"/>
                </a:lnTo>
                <a:lnTo>
                  <a:pt x="219995" y="116020"/>
                </a:lnTo>
                <a:lnTo>
                  <a:pt x="213774" y="110750"/>
                </a:lnTo>
                <a:lnTo>
                  <a:pt x="207025" y="106175"/>
                </a:lnTo>
                <a:lnTo>
                  <a:pt x="199827" y="102348"/>
                </a:lnTo>
                <a:lnTo>
                  <a:pt x="192260" y="99311"/>
                </a:lnTo>
                <a:lnTo>
                  <a:pt x="184412" y="97100"/>
                </a:lnTo>
                <a:lnTo>
                  <a:pt x="176374" y="95741"/>
                </a:lnTo>
                <a:lnTo>
                  <a:pt x="168235" y="95248"/>
                </a:lnTo>
                <a:lnTo>
                  <a:pt x="160091" y="95627"/>
                </a:lnTo>
                <a:lnTo>
                  <a:pt x="152034" y="96874"/>
                </a:lnTo>
                <a:lnTo>
                  <a:pt x="144156" y="98975"/>
                </a:lnTo>
                <a:close/>
              </a:path>
            </a:pathLst>
          </a:custGeom>
          <a:solidFill xmlns:a="http://schemas.openxmlformats.org/drawingml/2006/main">
            <a:srgbClr val="3514D8"/>
          </a:solidFill>
          <a:ln xmlns:a="http://schemas.openxmlformats.org/drawingml/2006/main">
            <a:noFill/>
          </a:ln>
        </p:spPr>
      </p:sp>
      <p:sp>
        <p:nvSpPr>
          <p:cNvPr id="257" name="Google Shape;257;p4">
            <a:extLst xmlns:a="http://schemas.openxmlformats.org/drawingml/2006/main">
              <a:ext uri="{FF2B5EF4-FFF2-40B4-BE49-F238E27FC236}">
                <a16:creationId xmlns:a16="http://schemas.microsoft.com/office/drawing/2014/main" id="{ADE50FC8-D487-48C6-B3FE-582914C08FAE}"/>
              </a:ext>
            </a:extLst>
          </p:cNvPr>
          <p:cNvSpPr>
            <a:spLocks xmlns:a="http://schemas.openxmlformats.org/drawingml/2006/main" noGrp="1"/>
          </p:cNvSpPr>
          <p:nvPr/>
        </p:nvSpPr>
        <p:spPr>
          <a:xfrm xmlns:a="http://schemas.openxmlformats.org/drawingml/2006/main">
            <a:off x="959274" y="2121540"/>
            <a:ext cx="7719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QC</a:t>
            </a:r>
            <a:endParaRPr sz="900" b="0" i="0" u="none" strike="noStrike" cap="none">
              <a:solidFill>
                <a:srgbClr val="000000"/>
              </a:solidFill>
              <a:latin typeface="Arial"/>
              <a:ea typeface="Arial"/>
              <a:cs typeface="Arial"/>
            </a:endParaRPr>
          </a:p>
        </p:txBody>
      </p:sp>
      <p:sp>
        <p:nvSpPr>
          <p:cNvPr id="258" name="Google Shape;258;p4">
            <a:extLst xmlns:a="http://schemas.openxmlformats.org/drawingml/2006/main">
              <a:ext uri="{FF2B5EF4-FFF2-40B4-BE49-F238E27FC236}">
                <a16:creationId xmlns:a16="http://schemas.microsoft.com/office/drawing/2014/main" id="{9D1E2452-AAC2-466C-A36B-8C6532B4A73A}"/>
              </a:ext>
            </a:extLst>
          </p:cNvPr>
          <p:cNvSpPr>
            <a:spLocks xmlns:a="http://schemas.openxmlformats.org/drawingml/2006/main" noGrp="1"/>
          </p:cNvSpPr>
          <p:nvPr/>
        </p:nvSpPr>
        <p:spPr>
          <a:xfrm xmlns:a="http://schemas.openxmlformats.org/drawingml/2006/main">
            <a:off x="959274" y="2286926"/>
            <a:ext cx="8331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72"/>
              <a:buFont typeface="Arial"/>
              <a:buNone/>
            </a:pPr>
            <a:r>
              <a:rPr sz="772" b="0" i="0" u="none" strike="noStrike" cap="none">
                <a:solidFill>
                  <a:srgbClr val="073DD0"/>
                </a:solidFill>
                <a:latin typeface="Arial Narrow"/>
                <a:ea typeface="Arial Narrow"/>
                <a:cs typeface="Arial Narrow"/>
              </a:rPr>
              <a:t>Time / units / masks</a:t>
            </a:r>
            <a:endParaRPr sz="900" b="0" i="0" u="none" strike="noStrike" cap="none">
              <a:solidFill>
                <a:srgbClr val="000000"/>
              </a:solidFill>
              <a:latin typeface="Arial"/>
              <a:ea typeface="Arial"/>
              <a:cs typeface="Arial"/>
            </a:endParaRPr>
          </a:p>
        </p:txBody>
      </p:sp>
      <p:sp>
        <p:nvSpPr>
          <p:cNvPr id="259" name="Google Shape;259;p4">
            <a:extLst xmlns:a="http://schemas.openxmlformats.org/drawingml/2006/main">
              <a:ext uri="{FF2B5EF4-FFF2-40B4-BE49-F238E27FC236}">
                <a16:creationId xmlns:a16="http://schemas.microsoft.com/office/drawing/2014/main" id="{61C67502-0AE8-494E-8E0E-48437ADC69E4}"/>
              </a:ext>
            </a:extLst>
          </p:cNvPr>
          <p:cNvSpPr>
            <a:spLocks xmlns:a="http://schemas.openxmlformats.org/drawingml/2006/main" noGrp="1"/>
          </p:cNvSpPr>
          <p:nvPr/>
        </p:nvSpPr>
        <p:spPr>
          <a:xfrm xmlns:a="http://schemas.openxmlformats.org/drawingml/2006/main">
            <a:off x="619708" y="2520477"/>
            <a:ext cx="1145700" cy="385500"/>
          </a:xfrm>
          <a:prstGeom xmlns:a="http://schemas.openxmlformats.org/drawingml/2006/main" prst="roundRect">
            <a:avLst>
              <a:gd name="adj" fmla="val 9259"/>
            </a:avLst>
          </a:prstGeom>
          <a:solidFill xmlns:a="http://schemas.openxmlformats.org/drawingml/2006/main">
            <a:srgbClr val="E6F6FF"/>
          </a:solidFill>
          <a:ln xmlns:a="http://schemas.openxmlformats.org/drawingml/2006/main" w="9525" cap="flat" cmpd="sng">
            <a:solidFill>
              <a:srgbClr val="2C95FA"/>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60" name="Google Shape;260;p4">
            <a:extLst xmlns:a="http://schemas.openxmlformats.org/drawingml/2006/main">
              <a:ext uri="{FF2B5EF4-FFF2-40B4-BE49-F238E27FC236}">
                <a16:creationId xmlns:a16="http://schemas.microsoft.com/office/drawing/2014/main" id="{CE30CC00-5DF8-4859-BB10-3C0CB202A7F8}"/>
              </a:ext>
            </a:extLst>
          </p:cNvPr>
          <p:cNvSpPr>
            <a:spLocks xmlns:a="http://schemas.openxmlformats.org/drawingml/2006/main" noGrp="1"/>
          </p:cNvSpPr>
          <p:nvPr/>
        </p:nvSpPr>
        <p:spPr>
          <a:xfrm xmlns:a="http://schemas.openxmlformats.org/drawingml/2006/main">
            <a:off x="662586" y="2563355"/>
            <a:ext cx="1059600" cy="2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Update on fresh inputs</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Hold when evidence is stale</a:t>
            </a:r>
            <a:endParaRPr sz="900" b="0" i="0" u="none" strike="noStrike" cap="none">
              <a:solidFill>
                <a:srgbClr val="000000"/>
              </a:solidFill>
              <a:latin typeface="Arial"/>
              <a:ea typeface="Arial"/>
              <a:cs typeface="Arial"/>
            </a:endParaRPr>
          </a:p>
        </p:txBody>
      </p:sp>
      <p:cxnSp>
        <p:nvCxnSpPr>
          <p:cNvPr id="866" name="Google Shape;261;p4"/>
          <p:cNvCxnSpPr/>
          <p:nvPr/>
        </p:nvCxnSpPr>
        <p:spPr>
          <a:xfrm xmlns:a="http://schemas.openxmlformats.org/drawingml/2006/main">
            <a:off x="1146491" y="2851248"/>
            <a:ext cx="0" cy="220800"/>
          </a:xfrm>
          <a:prstGeom xmlns:a="http://schemas.openxmlformats.org/drawingml/2006/main" prst="straightConnector1">
            <a:avLst/>
          </a:prstGeom>
          <a:ln xmlns:a="http://schemas.openxmlformats.org/drawingml/2006/main" w="11025" cap="flat">
            <a:solidFill>
              <a:srgbClr val="344F78"/>
            </a:solidFill>
            <a:prstDash val="solid"/>
            <a:round/>
            <a:headEnd type="none" w="sm" len="sm"/>
            <a:tailEnd type="none" w="sm" len="sm"/>
          </a:ln>
        </p:spPr>
      </p:cxnSp>
      <p:sp>
        <p:nvSpPr>
          <p:cNvPr id="262" name="Google Shape;262;p4">
            <a:extLst xmlns:a="http://schemas.openxmlformats.org/drawingml/2006/main">
              <a:ext uri="{FF2B5EF4-FFF2-40B4-BE49-F238E27FC236}">
                <a16:creationId xmlns:a16="http://schemas.microsoft.com/office/drawing/2014/main" id="{6A58013C-6822-4788-8215-3E9A5F889764}"/>
              </a:ext>
            </a:extLst>
          </p:cNvPr>
          <p:cNvSpPr>
            <a:spLocks xmlns:a="http://schemas.openxmlformats.org/drawingml/2006/main" noGrp="1"/>
          </p:cNvSpPr>
          <p:nvPr/>
        </p:nvSpPr>
        <p:spPr>
          <a:xfrm xmlns:a="http://schemas.openxmlformats.org/drawingml/2006/main">
            <a:off x="1117824" y="3056410"/>
            <a:ext cx="57281" cy="55078"/>
          </a:xfrm>
          <a:custGeom xmlns:a="http://schemas.openxmlformats.org/drawingml/2006/main">
            <a:rect l="l" t="t" r="r" b="b"/>
            <a:pathLst>
              <a:path w="89154" h="85725">
                <a:moveTo>
                  <a:pt x="44577" y="85725"/>
                </a:moveTo>
                <a:lnTo>
                  <a:pt x="0" y="0"/>
                </a:lnTo>
                <a:lnTo>
                  <a:pt x="89154" y="0"/>
                </a:lnTo>
                <a:close/>
              </a:path>
            </a:pathLst>
          </a:custGeom>
          <a:solidFill xmlns:a="http://schemas.openxmlformats.org/drawingml/2006/main">
            <a:srgbClr val="344F78"/>
          </a:solidFill>
          <a:ln xmlns:a="http://schemas.openxmlformats.org/drawingml/2006/main">
            <a:noFill/>
          </a:ln>
        </p:spPr>
      </p:sp>
      <p:sp>
        <p:nvSpPr>
          <p:cNvPr id="263" name="Google Shape;263;p4">
            <a:extLst xmlns:a="http://schemas.openxmlformats.org/drawingml/2006/main">
              <a:ext uri="{FF2B5EF4-FFF2-40B4-BE49-F238E27FC236}">
                <a16:creationId xmlns:a16="http://schemas.microsoft.com/office/drawing/2014/main" id="{DB56E963-C2EE-486A-A23B-F01F46A46C01}"/>
              </a:ext>
            </a:extLst>
          </p:cNvPr>
          <p:cNvSpPr>
            <a:spLocks xmlns:a="http://schemas.openxmlformats.org/drawingml/2006/main" noGrp="1"/>
          </p:cNvSpPr>
          <p:nvPr/>
        </p:nvSpPr>
        <p:spPr>
          <a:xfrm xmlns:a="http://schemas.openxmlformats.org/drawingml/2006/main">
            <a:off x="1005607" y="3139142"/>
            <a:ext cx="275392" cy="238673"/>
          </a:xfrm>
          <a:custGeom xmlns:a="http://schemas.openxmlformats.org/drawingml/2006/main">
            <a:rect l="l" t="t" r="r" b="b"/>
            <a:pathLst>
              <a:path w="428625" h="371475">
                <a:moveTo>
                  <a:pt x="0" y="66675"/>
                </a:moveTo>
                <a:lnTo>
                  <a:pt x="0" y="0"/>
                </a:lnTo>
                <a:lnTo>
                  <a:pt x="125730" y="0"/>
                </a:lnTo>
                <a:lnTo>
                  <a:pt x="177165" y="104775"/>
                </a:lnTo>
                <a:lnTo>
                  <a:pt x="428625" y="104775"/>
                </a:lnTo>
                <a:lnTo>
                  <a:pt x="428625" y="371475"/>
                </a:lnTo>
                <a:lnTo>
                  <a:pt x="0" y="371475"/>
                </a:lnTo>
                <a:close/>
              </a:path>
            </a:pathLst>
          </a:custGeom>
          <a:solidFill xmlns:a="http://schemas.openxmlformats.org/drawingml/2006/main">
            <a:srgbClr val="096BF3"/>
          </a:solidFill>
          <a:ln xmlns:a="http://schemas.openxmlformats.org/drawingml/2006/main" w="12250" cap="flat" cmpd="sng">
            <a:solidFill>
              <a:srgbClr val="096BF3"/>
            </a:solidFill>
            <a:prstDash val="solid"/>
            <a:round/>
            <a:headEnd type="none" w="sm" len="sm"/>
            <a:tailEnd type="none" w="sm" len="sm"/>
          </a:ln>
        </p:spPr>
      </p:sp>
      <p:sp>
        <p:nvSpPr>
          <p:cNvPr id="264" name="Google Shape;264;p4">
            <a:extLst xmlns:a="http://schemas.openxmlformats.org/drawingml/2006/main">
              <a:ext uri="{FF2B5EF4-FFF2-40B4-BE49-F238E27FC236}">
                <a16:creationId xmlns:a16="http://schemas.microsoft.com/office/drawing/2014/main" id="{B0818144-DF59-421C-9F1F-761F78875516}"/>
              </a:ext>
            </a:extLst>
          </p:cNvPr>
          <p:cNvSpPr>
            <a:spLocks xmlns:a="http://schemas.openxmlformats.org/drawingml/2006/main" noGrp="1"/>
          </p:cNvSpPr>
          <p:nvPr/>
        </p:nvSpPr>
        <p:spPr>
          <a:xfrm xmlns:a="http://schemas.openxmlformats.org/drawingml/2006/main">
            <a:off x="987231" y="3231023"/>
            <a:ext cx="330900" cy="183600"/>
          </a:xfrm>
          <a:prstGeom xmlns:a="http://schemas.openxmlformats.org/drawingml/2006/main" prst="roundRect">
            <a:avLst>
              <a:gd name="adj" fmla="val 20000"/>
            </a:avLst>
          </a:prstGeom>
          <a:solidFill xmlns:a="http://schemas.openxmlformats.org/drawingml/2006/main">
            <a:srgbClr val="E2F4FF"/>
          </a:solidFill>
          <a:ln xmlns:a="http://schemas.openxmlformats.org/drawingml/2006/main" w="9525" cap="flat" cmpd="sng">
            <a:solidFill>
              <a:srgbClr val="096BF3"/>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65" name="Google Shape;265;p4">
            <a:extLst xmlns:a="http://schemas.openxmlformats.org/drawingml/2006/main">
              <a:ext uri="{FF2B5EF4-FFF2-40B4-BE49-F238E27FC236}">
                <a16:creationId xmlns:a16="http://schemas.microsoft.com/office/drawing/2014/main" id="{A1200FA7-98BC-4B65-9B5B-82B8F186AADC}"/>
              </a:ext>
            </a:extLst>
          </p:cNvPr>
          <p:cNvSpPr>
            <a:spLocks xmlns:a="http://schemas.openxmlformats.org/drawingml/2006/main" noGrp="1"/>
          </p:cNvSpPr>
          <p:nvPr/>
        </p:nvSpPr>
        <p:spPr>
          <a:xfrm xmlns:a="http://schemas.openxmlformats.org/drawingml/2006/main">
            <a:off x="625833" y="3457663"/>
            <a:ext cx="10473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Raw evidence</a:t>
            </a:r>
            <a:endParaRPr sz="900" b="0" i="0" u="none" strike="noStrike" cap="none">
              <a:solidFill>
                <a:srgbClr val="000000"/>
              </a:solidFill>
              <a:latin typeface="Arial"/>
              <a:ea typeface="Arial"/>
              <a:cs typeface="Arial"/>
            </a:endParaRPr>
          </a:p>
        </p:txBody>
      </p:sp>
      <p:sp>
        <p:nvSpPr>
          <p:cNvPr id="266" name="Google Shape;266;p4">
            <a:extLst xmlns:a="http://schemas.openxmlformats.org/drawingml/2006/main">
              <a:ext uri="{FF2B5EF4-FFF2-40B4-BE49-F238E27FC236}">
                <a16:creationId xmlns:a16="http://schemas.microsoft.com/office/drawing/2014/main" id="{D8323C1A-6356-41BE-A891-221DB32A94E9}"/>
              </a:ext>
            </a:extLst>
          </p:cNvPr>
          <p:cNvSpPr>
            <a:spLocks xmlns:a="http://schemas.openxmlformats.org/drawingml/2006/main" noGrp="1"/>
          </p:cNvSpPr>
          <p:nvPr/>
        </p:nvSpPr>
        <p:spPr>
          <a:xfrm xmlns:a="http://schemas.openxmlformats.org/drawingml/2006/main">
            <a:off x="650335" y="3641425"/>
            <a:ext cx="9987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Files + time + hashes</a:t>
            </a:r>
            <a:endParaRPr sz="900" b="0" i="0" u="none" strike="noStrike" cap="none">
              <a:solidFill>
                <a:srgbClr val="000000"/>
              </a:solidFill>
              <a:latin typeface="Arial"/>
              <a:ea typeface="Arial"/>
              <a:cs typeface="Arial"/>
            </a:endParaRPr>
          </a:p>
        </p:txBody>
      </p:sp>
      <p:sp>
        <p:nvSpPr>
          <p:cNvPr id="267" name="Google Shape;267;p4">
            <a:extLst xmlns:a="http://schemas.openxmlformats.org/drawingml/2006/main">
              <a:ext uri="{FF2B5EF4-FFF2-40B4-BE49-F238E27FC236}">
                <a16:creationId xmlns:a16="http://schemas.microsoft.com/office/drawing/2014/main" id="{F5C17B6D-3800-4C4F-80AF-BA97379CDB09}"/>
              </a:ext>
            </a:extLst>
          </p:cNvPr>
          <p:cNvSpPr>
            <a:spLocks xmlns:a="http://schemas.openxmlformats.org/drawingml/2006/main" noGrp="1"/>
          </p:cNvSpPr>
          <p:nvPr/>
        </p:nvSpPr>
        <p:spPr>
          <a:xfrm xmlns:a="http://schemas.openxmlformats.org/drawingml/2006/main">
            <a:off x="1951587" y="1123100"/>
            <a:ext cx="1353600" cy="17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Weather features</a:t>
            </a:r>
            <a:endParaRPr sz="900" b="0" i="0" u="none" strike="noStrike" cap="none">
              <a:solidFill>
                <a:srgbClr val="000000"/>
              </a:solidFill>
              <a:latin typeface="Arial"/>
              <a:ea typeface="Arial"/>
              <a:cs typeface="Arial"/>
            </a:endParaRPr>
          </a:p>
        </p:txBody>
      </p:sp>
      <p:sp>
        <p:nvSpPr>
          <p:cNvPr id="268" name="Google Shape;268;p4">
            <a:extLst xmlns:a="http://schemas.openxmlformats.org/drawingml/2006/main">
              <a:ext uri="{FF2B5EF4-FFF2-40B4-BE49-F238E27FC236}">
                <a16:creationId xmlns:a16="http://schemas.microsoft.com/office/drawing/2014/main" id="{97894EC3-41CE-4652-92C8-CDFB6482D85B}"/>
              </a:ext>
            </a:extLst>
          </p:cNvPr>
          <p:cNvSpPr>
            <a:spLocks xmlns:a="http://schemas.openxmlformats.org/drawingml/2006/main" noGrp="1"/>
          </p:cNvSpPr>
          <p:nvPr/>
        </p:nvSpPr>
        <p:spPr>
          <a:xfrm xmlns:a="http://schemas.openxmlformats.org/drawingml/2006/main">
            <a:off x="1951587" y="1325238"/>
            <a:ext cx="1353600" cy="514500"/>
          </a:xfrm>
          <a:prstGeom xmlns:a="http://schemas.openxmlformats.org/drawingml/2006/main" prst="roundRect">
            <a:avLst>
              <a:gd name="adj" fmla="val 5952"/>
            </a:avLst>
          </a:prstGeom>
          <a:solidFill xmlns:a="http://schemas.openxmlformats.org/drawingml/2006/main">
            <a:srgbClr val="F1EAFF"/>
          </a:solidFill>
          <a:ln xmlns:a="http://schemas.openxmlformats.org/drawingml/2006/main" w="9525" cap="flat" cmpd="sng">
            <a:solidFill>
              <a:srgbClr val="B990F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69" name="Google Shape;269;p4">
            <a:extLst xmlns:a="http://schemas.openxmlformats.org/drawingml/2006/main">
              <a:ext uri="{FF2B5EF4-FFF2-40B4-BE49-F238E27FC236}">
                <a16:creationId xmlns:a16="http://schemas.microsoft.com/office/drawing/2014/main" id="{9AF281B0-9151-4BC2-9504-37F9FCBBF4B4}"/>
              </a:ext>
            </a:extLst>
          </p:cNvPr>
          <p:cNvSpPr>
            <a:spLocks xmlns:a="http://schemas.openxmlformats.org/drawingml/2006/main" noGrp="1"/>
          </p:cNvSpPr>
          <p:nvPr/>
        </p:nvSpPr>
        <p:spPr>
          <a:xfrm xmlns:a="http://schemas.openxmlformats.org/drawingml/2006/main">
            <a:off x="1951587" y="1968405"/>
            <a:ext cx="1353600" cy="453300"/>
          </a:xfrm>
          <a:prstGeom xmlns:a="http://schemas.openxmlformats.org/drawingml/2006/main" prst="roundRect">
            <a:avLst>
              <a:gd name="adj" fmla="val 6757"/>
            </a:avLst>
          </a:prstGeom>
          <a:solidFill xmlns:a="http://schemas.openxmlformats.org/drawingml/2006/main">
            <a:srgbClr val="F1EAFF"/>
          </a:solidFill>
          <a:ln xmlns:a="http://schemas.openxmlformats.org/drawingml/2006/main" w="9525" cap="flat" cmpd="sng">
            <a:solidFill>
              <a:srgbClr val="B990F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70" name="Google Shape;270;p4">
            <a:extLst xmlns:a="http://schemas.openxmlformats.org/drawingml/2006/main">
              <a:ext uri="{FF2B5EF4-FFF2-40B4-BE49-F238E27FC236}">
                <a16:creationId xmlns:a16="http://schemas.microsoft.com/office/drawing/2014/main" id="{5F06281E-BD4F-4839-98E5-EE04391E6729}"/>
              </a:ext>
            </a:extLst>
          </p:cNvPr>
          <p:cNvSpPr>
            <a:spLocks xmlns:a="http://schemas.openxmlformats.org/drawingml/2006/main" noGrp="1"/>
          </p:cNvSpPr>
          <p:nvPr/>
        </p:nvSpPr>
        <p:spPr>
          <a:xfrm xmlns:a="http://schemas.openxmlformats.org/drawingml/2006/main">
            <a:off x="1951587" y="2519691"/>
            <a:ext cx="1353600" cy="453300"/>
          </a:xfrm>
          <a:prstGeom xmlns:a="http://schemas.openxmlformats.org/drawingml/2006/main" prst="roundRect">
            <a:avLst>
              <a:gd name="adj" fmla="val 6757"/>
            </a:avLst>
          </a:prstGeom>
          <a:solidFill xmlns:a="http://schemas.openxmlformats.org/drawingml/2006/main">
            <a:srgbClr val="F1EAFF"/>
          </a:solidFill>
          <a:ln xmlns:a="http://schemas.openxmlformats.org/drawingml/2006/main" w="9525" cap="flat" cmpd="sng">
            <a:solidFill>
              <a:srgbClr val="B990F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77" name="Google Shape;277;p4">
            <a:extLst xmlns:a="http://schemas.openxmlformats.org/drawingml/2006/main">
              <a:ext uri="{FF2B5EF4-FFF2-40B4-BE49-F238E27FC236}">
                <a16:creationId xmlns:a16="http://schemas.microsoft.com/office/drawing/2014/main" id="{50E97F63-33DC-414D-955B-B8F1C610972B}"/>
              </a:ext>
            </a:extLst>
          </p:cNvPr>
          <p:cNvSpPr>
            <a:spLocks xmlns:a="http://schemas.openxmlformats.org/drawingml/2006/main" noGrp="1"/>
          </p:cNvSpPr>
          <p:nvPr/>
        </p:nvSpPr>
        <p:spPr>
          <a:xfrm xmlns:a="http://schemas.openxmlformats.org/drawingml/2006/main">
            <a:off x="2337486" y="1374241"/>
            <a:ext cx="9189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89"/>
              <a:buFont typeface="Arial"/>
              <a:buNone/>
            </a:pPr>
            <a:r>
              <a:rPr sz="989" b="1" i="0" u="none" strike="noStrike" cap="none">
                <a:solidFill>
                  <a:srgbClr val="073DD0"/>
                </a:solidFill>
                <a:latin typeface="Arial Narrow"/>
                <a:ea typeface="Arial Narrow"/>
                <a:cs typeface="Arial Narrow"/>
              </a:rPr>
              <a:t>Radar motion</a:t>
            </a:r>
            <a:endParaRPr sz="900" b="0" i="0" u="none" strike="noStrike" cap="none">
              <a:solidFill>
                <a:srgbClr val="000000"/>
              </a:solidFill>
              <a:latin typeface="Arial"/>
              <a:ea typeface="Arial"/>
              <a:cs typeface="Arial"/>
            </a:endParaRPr>
          </a:p>
        </p:txBody>
      </p:sp>
      <p:sp>
        <p:nvSpPr>
          <p:cNvPr id="278" name="Google Shape;278;p4">
            <a:extLst xmlns:a="http://schemas.openxmlformats.org/drawingml/2006/main">
              <a:ext uri="{FF2B5EF4-FFF2-40B4-BE49-F238E27FC236}">
                <a16:creationId xmlns:a16="http://schemas.microsoft.com/office/drawing/2014/main" id="{9FB6E363-C9E6-4387-9B12-AB8FFF081137}"/>
              </a:ext>
            </a:extLst>
          </p:cNvPr>
          <p:cNvSpPr>
            <a:spLocks xmlns:a="http://schemas.openxmlformats.org/drawingml/2006/main" noGrp="1"/>
          </p:cNvSpPr>
          <p:nvPr/>
        </p:nvSpPr>
        <p:spPr>
          <a:xfrm xmlns:a="http://schemas.openxmlformats.org/drawingml/2006/main">
            <a:off x="2337486" y="1551878"/>
            <a:ext cx="9375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23"/>
              <a:buFont typeface="Arial"/>
              <a:buNone/>
            </a:pPr>
            <a:r>
              <a:rPr sz="723" b="0" i="0" u="none" strike="noStrike" cap="none">
                <a:solidFill>
                  <a:srgbClr val="073DD0"/>
                </a:solidFill>
                <a:latin typeface="Arial Narrow"/>
                <a:ea typeface="Arial Narrow"/>
                <a:cs typeface="Arial Narrow"/>
              </a:rPr>
              <a:t>Optical flow + persistence</a:t>
            </a:r>
            <a:endParaRPr sz="900" b="0" i="0" u="none" strike="noStrike" cap="none">
              <a:solidFill>
                <a:srgbClr val="000000"/>
              </a:solidFill>
              <a:latin typeface="Arial"/>
              <a:ea typeface="Arial"/>
              <a:cs typeface="Arial"/>
            </a:endParaRPr>
          </a:p>
        </p:txBody>
      </p:sp>
      <p:sp>
        <p:nvSpPr>
          <p:cNvPr id="279" name="Google Shape;279;p4">
            <a:extLst xmlns:a="http://schemas.openxmlformats.org/drawingml/2006/main">
              <a:ext uri="{FF2B5EF4-FFF2-40B4-BE49-F238E27FC236}">
                <a16:creationId xmlns:a16="http://schemas.microsoft.com/office/drawing/2014/main" id="{53BEBED2-2169-49BE-8681-B9992A6ACA57}"/>
              </a:ext>
            </a:extLst>
          </p:cNvPr>
          <p:cNvSpPr>
            <a:spLocks xmlns:a="http://schemas.openxmlformats.org/drawingml/2006/main" noGrp="1"/>
          </p:cNvSpPr>
          <p:nvPr/>
        </p:nvSpPr>
        <p:spPr>
          <a:xfrm xmlns:a="http://schemas.openxmlformats.org/drawingml/2006/main">
            <a:off x="2337486" y="1692762"/>
            <a:ext cx="937500" cy="11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72"/>
              <a:buFont typeface="Arial"/>
              <a:buNone/>
            </a:pPr>
            <a:r>
              <a:rPr sz="772" b="0" i="0" u="none" strike="noStrike" cap="none">
                <a:solidFill>
                  <a:srgbClr val="073DD0"/>
                </a:solidFill>
                <a:latin typeface="Arial Narrow"/>
                <a:ea typeface="Arial Narrow"/>
                <a:cs typeface="Arial Narrow"/>
              </a:rPr>
              <a:t>Echo movement baseline</a:t>
            </a:r>
            <a:endParaRPr sz="900" b="0" i="0" u="none" strike="noStrike" cap="none">
              <a:solidFill>
                <a:srgbClr val="000000"/>
              </a:solidFill>
              <a:latin typeface="Arial"/>
              <a:ea typeface="Arial"/>
              <a:cs typeface="Arial"/>
            </a:endParaRPr>
          </a:p>
        </p:txBody>
      </p:sp>
      <p:sp>
        <p:nvSpPr>
          <p:cNvPr id="282" name="Google Shape;282;p4">
            <a:extLst xmlns:a="http://schemas.openxmlformats.org/drawingml/2006/main">
              <a:ext uri="{FF2B5EF4-FFF2-40B4-BE49-F238E27FC236}">
                <a16:creationId xmlns:a16="http://schemas.microsoft.com/office/drawing/2014/main" id="{3238419D-6695-4F67-A067-93BD69E6DB9E}"/>
              </a:ext>
            </a:extLst>
          </p:cNvPr>
          <p:cNvSpPr>
            <a:spLocks xmlns:a="http://schemas.openxmlformats.org/drawingml/2006/main" noGrp="1"/>
          </p:cNvSpPr>
          <p:nvPr/>
        </p:nvSpPr>
        <p:spPr>
          <a:xfrm xmlns:a="http://schemas.openxmlformats.org/drawingml/2006/main">
            <a:off x="2337486" y="1999032"/>
            <a:ext cx="8883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Satellite</a:t>
            </a:r>
            <a:endParaRPr sz="900" b="0" i="0" u="none" strike="noStrike" cap="none">
              <a:solidFill>
                <a:srgbClr val="000000"/>
              </a:solidFill>
              <a:latin typeface="Arial"/>
              <a:ea typeface="Arial"/>
              <a:cs typeface="Arial"/>
            </a:endParaRPr>
          </a:p>
        </p:txBody>
      </p:sp>
      <p:sp>
        <p:nvSpPr>
          <p:cNvPr id="283" name="Google Shape;283;p4">
            <a:extLst xmlns:a="http://schemas.openxmlformats.org/drawingml/2006/main">
              <a:ext uri="{FF2B5EF4-FFF2-40B4-BE49-F238E27FC236}">
                <a16:creationId xmlns:a16="http://schemas.microsoft.com/office/drawing/2014/main" id="{D2FD9F3C-225B-4899-B436-679561A36C03}"/>
              </a:ext>
            </a:extLst>
          </p:cNvPr>
          <p:cNvSpPr>
            <a:spLocks xmlns:a="http://schemas.openxmlformats.org/drawingml/2006/main" noGrp="1"/>
          </p:cNvSpPr>
          <p:nvPr/>
        </p:nvSpPr>
        <p:spPr>
          <a:xfrm xmlns:a="http://schemas.openxmlformats.org/drawingml/2006/main">
            <a:off x="2337486" y="2182794"/>
            <a:ext cx="8943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Cloud-top evolution</a:t>
            </a:r>
            <a:endParaRPr sz="900" b="0" i="0" u="none" strike="noStrike" cap="none">
              <a:solidFill>
                <a:srgbClr val="000000"/>
              </a:solidFill>
              <a:latin typeface="Arial"/>
              <a:ea typeface="Arial"/>
              <a:cs typeface="Arial"/>
            </a:endParaRPr>
          </a:p>
        </p:txBody>
      </p:sp>
      <p:sp>
        <p:nvSpPr>
          <p:cNvPr id="284" name="Google Shape;284;p4">
            <a:extLst xmlns:a="http://schemas.openxmlformats.org/drawingml/2006/main">
              <a:ext uri="{FF2B5EF4-FFF2-40B4-BE49-F238E27FC236}">
                <a16:creationId xmlns:a16="http://schemas.microsoft.com/office/drawing/2014/main" id="{AA7EAFA4-978D-4460-A1F5-ADF5882C3EB8}"/>
              </a:ext>
            </a:extLst>
          </p:cNvPr>
          <p:cNvSpPr>
            <a:spLocks xmlns:a="http://schemas.openxmlformats.org/drawingml/2006/main" noGrp="1"/>
          </p:cNvSpPr>
          <p:nvPr/>
        </p:nvSpPr>
        <p:spPr>
          <a:xfrm xmlns:a="http://schemas.openxmlformats.org/drawingml/2006/main">
            <a:off x="2031217" y="2593196"/>
            <a:ext cx="214193" cy="263152"/>
          </a:xfrm>
          <a:custGeom xmlns:a="http://schemas.openxmlformats.org/drawingml/2006/main">
            <a:rect l="l" t="t" r="r" b="b"/>
            <a:pathLst>
              <a:path w="333375" h="409575">
                <a:moveTo>
                  <a:pt x="0" y="95250"/>
                </a:moveTo>
                <a:lnTo>
                  <a:pt x="161925" y="0"/>
                </a:lnTo>
                <a:lnTo>
                  <a:pt x="333375" y="95250"/>
                </a:lnTo>
                <a:lnTo>
                  <a:pt x="333375" y="295275"/>
                </a:lnTo>
                <a:lnTo>
                  <a:pt x="161925" y="409575"/>
                </a:lnTo>
                <a:lnTo>
                  <a:pt x="0" y="304800"/>
                </a:lnTo>
                <a:lnTo>
                  <a:pt x="0" y="95250"/>
                </a:lnTo>
                <a:close/>
              </a:path>
            </a:pathLst>
          </a:custGeom>
          <a:noFill xmlns:a="http://schemas.openxmlformats.org/drawingml/2006/main"/>
          <a:ln xmlns:a="http://schemas.openxmlformats.org/drawingml/2006/main" w="20800" cap="flat" cmpd="sng">
            <a:solidFill>
              <a:srgbClr val="103586"/>
            </a:solidFill>
            <a:prstDash val="solid"/>
            <a:round/>
            <a:headEnd type="none" w="sm" len="sm"/>
            <a:tailEnd type="none" w="sm" len="sm"/>
          </a:ln>
        </p:spPr>
      </p:sp>
      <p:sp>
        <p:nvSpPr>
          <p:cNvPr id="285" name="Google Shape;285;p4">
            <a:extLst xmlns:a="http://schemas.openxmlformats.org/drawingml/2006/main">
              <a:ext uri="{FF2B5EF4-FFF2-40B4-BE49-F238E27FC236}">
                <a16:creationId xmlns:a16="http://schemas.microsoft.com/office/drawing/2014/main" id="{CDBDAED3-5227-4829-8832-E30F9AA9C7AF}"/>
              </a:ext>
            </a:extLst>
          </p:cNvPr>
          <p:cNvSpPr>
            <a:spLocks xmlns:a="http://schemas.openxmlformats.org/drawingml/2006/main" noGrp="1"/>
          </p:cNvSpPr>
          <p:nvPr/>
        </p:nvSpPr>
        <p:spPr>
          <a:xfrm xmlns:a="http://schemas.openxmlformats.org/drawingml/2006/main">
            <a:off x="2031217" y="2654450"/>
            <a:ext cx="214193" cy="67318"/>
          </a:xfrm>
          <a:custGeom xmlns:a="http://schemas.openxmlformats.org/drawingml/2006/main">
            <a:rect l="l" t="t" r="r" b="b"/>
            <a:pathLst>
              <a:path w="333375" h="104775">
                <a:moveTo>
                  <a:pt x="0" y="0"/>
                </a:moveTo>
                <a:lnTo>
                  <a:pt x="161925" y="104775"/>
                </a:lnTo>
                <a:lnTo>
                  <a:pt x="333375" y="0"/>
                </a:lnTo>
              </a:path>
            </a:pathLst>
          </a:custGeom>
          <a:noFill xmlns:a="http://schemas.openxmlformats.org/drawingml/2006/main"/>
          <a:ln xmlns:a="http://schemas.openxmlformats.org/drawingml/2006/main" w="18400" cap="flat" cmpd="sng">
            <a:solidFill>
              <a:srgbClr val="103586"/>
            </a:solidFill>
            <a:prstDash val="solid"/>
            <a:round/>
            <a:headEnd type="none" w="sm" len="sm"/>
            <a:tailEnd type="none" w="sm" len="sm"/>
          </a:ln>
        </p:spPr>
      </p:sp>
      <p:cxnSp>
        <p:nvCxnSpPr>
          <p:cNvPr id="883" name="Google Shape;286;p4"/>
          <p:cNvCxnSpPr/>
          <p:nvPr/>
        </p:nvCxnSpPr>
        <p:spPr>
          <a:xfrm xmlns:a="http://schemas.openxmlformats.org/drawingml/2006/main">
            <a:off x="2135348" y="2721830"/>
            <a:ext cx="0" cy="135000"/>
          </a:xfrm>
          <a:prstGeom xmlns:a="http://schemas.openxmlformats.org/drawingml/2006/main" prst="straightConnector1">
            <a:avLst/>
          </a:prstGeom>
          <a:ln xmlns:a="http://schemas.openxmlformats.org/drawingml/2006/main" w="18400" cap="flat">
            <a:solidFill>
              <a:srgbClr val="103586"/>
            </a:solidFill>
            <a:prstDash val="solid"/>
            <a:round/>
            <a:headEnd type="none" w="sm" len="sm"/>
            <a:tailEnd type="none" w="sm" len="sm"/>
          </a:ln>
        </p:spPr>
      </p:cxnSp>
      <p:sp>
        <p:nvSpPr>
          <p:cNvPr id="287" name="Google Shape;287;p4">
            <a:extLst xmlns:a="http://schemas.openxmlformats.org/drawingml/2006/main">
              <a:ext uri="{FF2B5EF4-FFF2-40B4-BE49-F238E27FC236}">
                <a16:creationId xmlns:a16="http://schemas.microsoft.com/office/drawing/2014/main" id="{38C4DD9F-D627-4CE0-B5BD-CF7B7F24051F}"/>
              </a:ext>
            </a:extLst>
          </p:cNvPr>
          <p:cNvSpPr>
            <a:spLocks xmlns:a="http://schemas.openxmlformats.org/drawingml/2006/main" noGrp="1"/>
          </p:cNvSpPr>
          <p:nvPr/>
        </p:nvSpPr>
        <p:spPr>
          <a:xfrm xmlns:a="http://schemas.openxmlformats.org/drawingml/2006/main">
            <a:off x="2337486" y="2544193"/>
            <a:ext cx="9249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Environment</a:t>
            </a:r>
            <a:endParaRPr sz="900" b="0" i="0" u="none" strike="noStrike" cap="none">
              <a:solidFill>
                <a:srgbClr val="000000"/>
              </a:solidFill>
              <a:latin typeface="Arial"/>
              <a:ea typeface="Arial"/>
              <a:cs typeface="Arial"/>
            </a:endParaRPr>
          </a:p>
        </p:txBody>
      </p:sp>
      <p:sp>
        <p:nvSpPr>
          <p:cNvPr id="288" name="Google Shape;288;p4">
            <a:extLst xmlns:a="http://schemas.openxmlformats.org/drawingml/2006/main">
              <a:ext uri="{FF2B5EF4-FFF2-40B4-BE49-F238E27FC236}">
                <a16:creationId xmlns:a16="http://schemas.microsoft.com/office/drawing/2014/main" id="{A878858A-8092-4BB2-B69D-2D2F88AC45FD}"/>
              </a:ext>
            </a:extLst>
          </p:cNvPr>
          <p:cNvSpPr>
            <a:spLocks xmlns:a="http://schemas.openxmlformats.org/drawingml/2006/main" noGrp="1"/>
          </p:cNvSpPr>
          <p:nvPr/>
        </p:nvSpPr>
        <p:spPr>
          <a:xfrm xmlns:a="http://schemas.openxmlformats.org/drawingml/2006/main">
            <a:off x="2337486" y="2734081"/>
            <a:ext cx="9249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43"/>
              <a:buFont typeface="Arial"/>
              <a:buNone/>
            </a:pPr>
            <a:r>
              <a:rPr sz="844" b="0" i="0" u="none" strike="noStrike" cap="none">
                <a:solidFill>
                  <a:srgbClr val="073DD0"/>
                </a:solidFill>
                <a:latin typeface="Arial Narrow"/>
                <a:ea typeface="Arial Narrow"/>
                <a:cs typeface="Arial Narrow"/>
              </a:rPr>
              <a:t>CAPE / wind / humidity</a:t>
            </a:r>
            <a:endParaRPr sz="900" b="0" i="0" u="none" strike="noStrike" cap="none">
              <a:solidFill>
                <a:srgbClr val="000000"/>
              </a:solidFill>
              <a:latin typeface="Arial"/>
              <a:ea typeface="Arial"/>
              <a:cs typeface="Arial"/>
            </a:endParaRPr>
          </a:p>
        </p:txBody>
      </p:sp>
      <p:sp>
        <p:nvSpPr>
          <p:cNvPr id="289" name="Google Shape;289;p4">
            <a:extLst xmlns:a="http://schemas.openxmlformats.org/drawingml/2006/main">
              <a:ext uri="{FF2B5EF4-FFF2-40B4-BE49-F238E27FC236}">
                <a16:creationId xmlns:a16="http://schemas.microsoft.com/office/drawing/2014/main" id="{2321CB56-085C-4BEA-8389-D40F13C5F809}"/>
              </a:ext>
            </a:extLst>
          </p:cNvPr>
          <p:cNvSpPr>
            <a:spLocks xmlns:a="http://schemas.openxmlformats.org/drawingml/2006/main" noGrp="1"/>
          </p:cNvSpPr>
          <p:nvPr/>
        </p:nvSpPr>
        <p:spPr>
          <a:xfrm xmlns:a="http://schemas.openxmlformats.org/drawingml/2006/main">
            <a:off x="3440056" y="2250676"/>
            <a:ext cx="263400" cy="26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603"/>
              <a:buFont typeface="Arial"/>
              <a:buNone/>
            </a:pPr>
            <a:r>
              <a:rPr sz="603" b="0" i="0" u="none" strike="noStrike" cap="none">
                <a:solidFill>
                  <a:srgbClr val="073DD0"/>
                </a:solidFill>
                <a:latin typeface="Arial Narrow"/>
                <a:ea typeface="Arial Narrow"/>
                <a:cs typeface="Arial Narrow"/>
              </a:rPr>
              <a:t>Aligned</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603"/>
              <a:buFont typeface="Arial"/>
              <a:buNone/>
            </a:pPr>
            <a:r>
              <a:rPr sz="603" b="0" i="0" u="none" strike="noStrike" cap="none">
                <a:solidFill>
                  <a:srgbClr val="073DD0"/>
                </a:solidFill>
                <a:latin typeface="Arial Narrow"/>
                <a:ea typeface="Arial Narrow"/>
                <a:cs typeface="Arial Narrow"/>
              </a:rPr>
              <a:t>history</a:t>
            </a:r>
            <a:endParaRPr sz="900" b="0" i="0" u="none" strike="noStrike" cap="none">
              <a:solidFill>
                <a:srgbClr val="000000"/>
              </a:solidFill>
              <a:latin typeface="Arial"/>
              <a:ea typeface="Arial"/>
              <a:cs typeface="Arial"/>
            </a:endParaRPr>
          </a:p>
        </p:txBody>
      </p:sp>
      <p:sp>
        <p:nvSpPr>
          <p:cNvPr id="290" name="Google Shape;290;p4">
            <a:extLst xmlns:a="http://schemas.openxmlformats.org/drawingml/2006/main">
              <a:ext uri="{FF2B5EF4-FFF2-40B4-BE49-F238E27FC236}">
                <a16:creationId xmlns:a16="http://schemas.microsoft.com/office/drawing/2014/main" id="{FA2FD973-97C7-4AC1-9C85-0F34831F5BAA}"/>
              </a:ext>
            </a:extLst>
          </p:cNvPr>
          <p:cNvSpPr>
            <a:spLocks xmlns:a="http://schemas.openxmlformats.org/drawingml/2006/main" noGrp="1"/>
          </p:cNvSpPr>
          <p:nvPr/>
        </p:nvSpPr>
        <p:spPr>
          <a:xfrm xmlns:a="http://schemas.openxmlformats.org/drawingml/2006/main">
            <a:off x="3709573" y="1285145"/>
            <a:ext cx="1470000" cy="1708500"/>
          </a:xfrm>
          <a:prstGeom xmlns:a="http://schemas.openxmlformats.org/drawingml/2006/main" prst="roundRect">
            <a:avLst>
              <a:gd name="adj" fmla="val 2500"/>
            </a:avLst>
          </a:prstGeom>
          <a:solidFill xmlns:a="http://schemas.openxmlformats.org/drawingml/2006/main">
            <a:srgbClr val="FFF5DF"/>
          </a:solidFill>
          <a:ln xmlns:a="http://schemas.openxmlformats.org/drawingml/2006/main" w="9525" cap="flat" cmpd="sng">
            <a:solidFill>
              <a:srgbClr val="EAA139"/>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291" name="Google Shape;291;p4">
            <a:extLst xmlns:a="http://schemas.openxmlformats.org/drawingml/2006/main">
              <a:ext uri="{FF2B5EF4-FFF2-40B4-BE49-F238E27FC236}">
                <a16:creationId xmlns:a16="http://schemas.microsoft.com/office/drawing/2014/main" id="{3FAB8EE3-8EB5-43FD-B69A-1DC87084E392}"/>
              </a:ext>
            </a:extLst>
          </p:cNvPr>
          <p:cNvSpPr>
            <a:spLocks xmlns:a="http://schemas.openxmlformats.org/drawingml/2006/main" noGrp="1"/>
          </p:cNvSpPr>
          <p:nvPr/>
        </p:nvSpPr>
        <p:spPr>
          <a:xfrm xmlns:a="http://schemas.openxmlformats.org/drawingml/2006/main">
            <a:off x="3795328" y="1352524"/>
            <a:ext cx="1292400" cy="19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Temporal prediction</a:t>
            </a:r>
            <a:endParaRPr sz="900" b="0" i="0" u="none" strike="noStrike" cap="none">
              <a:solidFill>
                <a:srgbClr val="000000"/>
              </a:solidFill>
              <a:latin typeface="Arial"/>
              <a:ea typeface="Arial"/>
              <a:cs typeface="Arial"/>
            </a:endParaRPr>
          </a:p>
        </p:txBody>
      </p:sp>
      <p:sp>
        <p:nvSpPr>
          <p:cNvPr id="292" name="Google Shape;292;p4">
            <a:extLst xmlns:a="http://schemas.openxmlformats.org/drawingml/2006/main">
              <a:ext uri="{FF2B5EF4-FFF2-40B4-BE49-F238E27FC236}">
                <a16:creationId xmlns:a16="http://schemas.microsoft.com/office/drawing/2014/main" id="{77CA61B4-F381-4255-8AD7-2703A5F240C2}"/>
              </a:ext>
            </a:extLst>
          </p:cNvPr>
          <p:cNvSpPr>
            <a:spLocks xmlns:a="http://schemas.openxmlformats.org/drawingml/2006/main" noGrp="1"/>
          </p:cNvSpPr>
          <p:nvPr/>
        </p:nvSpPr>
        <p:spPr>
          <a:xfrm xmlns:a="http://schemas.openxmlformats.org/drawingml/2006/main">
            <a:off x="3801454" y="1615916"/>
            <a:ext cx="1267500" cy="55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73505" marR="0" lvl="0" indent="-55118" algn="l">
              <a:lnSpc>
                <a:spcPct val="100000"/>
              </a:lnSpc>
              <a:spcBef>
                <a:spcPts val="0"/>
              </a:spcBef>
              <a:spcAft>
                <a:spcPts val="0"/>
              </a:spcAft>
              <a:buClr>
                <a:srgbClr val="103586"/>
              </a:buClr>
              <a:buSzPts val="868"/>
              <a:buFont typeface="Arial Narrow"/>
              <a:buChar char="•"/>
            </a:pPr>
            <a:r>
              <a:rPr sz="868" b="0" i="0" u="none" strike="noStrike" cap="none">
                <a:solidFill>
                  <a:srgbClr val="103586"/>
                </a:solidFill>
                <a:latin typeface="Arial Narrow"/>
                <a:ea typeface="Arial Narrow"/>
                <a:cs typeface="Arial Narrow"/>
              </a:rPr>
              <a:t>Compact ConvLSTM</a:t>
            </a:r>
            <a:endParaRPr sz="900" b="0" i="0" u="none" strike="noStrike" cap="none">
              <a:solidFill>
                <a:srgbClr val="000000"/>
              </a:solidFill>
              <a:latin typeface="Arial"/>
              <a:ea typeface="Arial"/>
              <a:cs typeface="Arial"/>
            </a:endParaRPr>
          </a:p>
          <a:p xmlns:a="http://schemas.openxmlformats.org/drawingml/2006/main">
            <a:pPr marL="73505" marR="0" lvl="0" indent="-55118" algn="l">
              <a:lnSpc>
                <a:spcPct val="100000"/>
              </a:lnSpc>
              <a:spcBef>
                <a:spcPts val="386"/>
              </a:spcBef>
              <a:spcAft>
                <a:spcPts val="0"/>
              </a:spcAft>
              <a:buClr>
                <a:srgbClr val="103586"/>
              </a:buClr>
              <a:buSzPts val="868"/>
              <a:buFont typeface="Arial Narrow"/>
              <a:buChar char="•"/>
            </a:pPr>
            <a:r>
              <a:rPr sz="868" b="0" i="0" u="none" strike="noStrike" cap="none">
                <a:solidFill>
                  <a:srgbClr val="103586"/>
                </a:solidFill>
                <a:latin typeface="Arial Narrow"/>
                <a:ea typeface="Arial Narrow"/>
                <a:cs typeface="Arial Narrow"/>
              </a:rPr>
              <a:t>Lightning + onset heads</a:t>
            </a:r>
            <a:endParaRPr sz="900" b="0" i="0" u="none" strike="noStrike" cap="none">
              <a:solidFill>
                <a:srgbClr val="000000"/>
              </a:solidFill>
              <a:latin typeface="Arial"/>
              <a:ea typeface="Arial"/>
              <a:cs typeface="Arial"/>
            </a:endParaRPr>
          </a:p>
          <a:p xmlns:a="http://schemas.openxmlformats.org/drawingml/2006/main">
            <a:pPr marL="73505" marR="0" lvl="0" indent="-55118" algn="l">
              <a:lnSpc>
                <a:spcPct val="100000"/>
              </a:lnSpc>
              <a:spcBef>
                <a:spcPts val="386"/>
              </a:spcBef>
              <a:spcAft>
                <a:spcPts val="0"/>
              </a:spcAft>
              <a:buClr>
                <a:srgbClr val="103586"/>
              </a:buClr>
              <a:buSzPts val="868"/>
              <a:buFont typeface="Arial Narrow"/>
              <a:buChar char="•"/>
            </a:pPr>
            <a:r>
              <a:rPr sz="868" b="0" i="0" u="none" strike="noStrike" cap="none">
                <a:solidFill>
                  <a:srgbClr val="103586"/>
                </a:solidFill>
                <a:latin typeface="Arial Narrow"/>
                <a:ea typeface="Arial Narrow"/>
                <a:cs typeface="Arial Narrow"/>
              </a:rPr>
              <a:t>Held-out calibration</a:t>
            </a:r>
            <a:endParaRPr sz="900" b="0" i="0" u="none" strike="noStrike" cap="none">
              <a:solidFill>
                <a:srgbClr val="000000"/>
              </a:solidFill>
              <a:latin typeface="Arial"/>
              <a:ea typeface="Arial"/>
              <a:cs typeface="Arial"/>
            </a:endParaRPr>
          </a:p>
        </p:txBody>
      </p:sp>
      <p:cxnSp>
        <p:nvCxnSpPr>
          <p:cNvPr id="890" name="Google Shape;293;p4"/>
          <p:cNvCxnSpPr/>
          <p:nvPr/>
        </p:nvCxnSpPr>
        <p:spPr>
          <a:xfrm xmlns:a="http://schemas.openxmlformats.org/drawingml/2006/main">
            <a:off x="3807579" y="2216206"/>
            <a:ext cx="1274100" cy="0"/>
          </a:xfrm>
          <a:prstGeom xmlns:a="http://schemas.openxmlformats.org/drawingml/2006/main" prst="straightConnector1">
            <a:avLst/>
          </a:prstGeom>
          <a:ln xmlns:a="http://schemas.openxmlformats.org/drawingml/2006/main" w="9525" cap="flat">
            <a:solidFill>
              <a:srgbClr val="E6BC77"/>
            </a:solidFill>
            <a:prstDash val="solid"/>
            <a:round/>
            <a:headEnd type="none" w="sm" len="sm"/>
            <a:tailEnd type="none" w="sm" len="sm"/>
          </a:ln>
        </p:spPr>
      </p:cxnSp>
      <p:sp>
        <p:nvSpPr>
          <p:cNvPr id="294" name="Google Shape;294;p4">
            <a:extLst xmlns:a="http://schemas.openxmlformats.org/drawingml/2006/main">
              <a:ext uri="{FF2B5EF4-FFF2-40B4-BE49-F238E27FC236}">
                <a16:creationId xmlns:a16="http://schemas.microsoft.com/office/drawing/2014/main" id="{D3A0A2E0-ABB1-4625-9D73-A2529E09D6C1}"/>
              </a:ext>
            </a:extLst>
          </p:cNvPr>
          <p:cNvSpPr>
            <a:spLocks xmlns:a="http://schemas.openxmlformats.org/drawingml/2006/main" noGrp="1"/>
          </p:cNvSpPr>
          <p:nvPr/>
        </p:nvSpPr>
        <p:spPr>
          <a:xfrm xmlns:a="http://schemas.openxmlformats.org/drawingml/2006/main">
            <a:off x="3770827" y="2265209"/>
            <a:ext cx="13476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93"/>
              <a:buFont typeface="Arial"/>
              <a:buNone/>
            </a:pPr>
            <a:r>
              <a:rPr sz="893" b="1" i="0" u="none" strike="noStrike" cap="none">
                <a:solidFill>
                  <a:srgbClr val="073DD0"/>
                </a:solidFill>
                <a:latin typeface="Arial Narrow"/>
                <a:ea typeface="Arial Narrow"/>
                <a:cs typeface="Arial Narrow"/>
              </a:rPr>
              <a:t>Accuracy before public alerts</a:t>
            </a:r>
            <a:endParaRPr sz="900" b="0" i="0" u="none" strike="noStrike" cap="none">
              <a:solidFill>
                <a:srgbClr val="000000"/>
              </a:solidFill>
              <a:latin typeface="Arial"/>
              <a:ea typeface="Arial"/>
              <a:cs typeface="Arial"/>
            </a:endParaRPr>
          </a:p>
        </p:txBody>
      </p:sp>
      <p:sp>
        <p:nvSpPr>
          <p:cNvPr id="295" name="Google Shape;295;p4">
            <a:extLst xmlns:a="http://schemas.openxmlformats.org/drawingml/2006/main">
              <a:ext uri="{FF2B5EF4-FFF2-40B4-BE49-F238E27FC236}">
                <a16:creationId xmlns:a16="http://schemas.microsoft.com/office/drawing/2014/main" id="{117F0EAC-108B-4930-835C-15D2097194C6}"/>
              </a:ext>
            </a:extLst>
          </p:cNvPr>
          <p:cNvSpPr>
            <a:spLocks xmlns:a="http://schemas.openxmlformats.org/drawingml/2006/main" noGrp="1"/>
          </p:cNvSpPr>
          <p:nvPr/>
        </p:nvSpPr>
        <p:spPr>
          <a:xfrm xmlns:a="http://schemas.openxmlformats.org/drawingml/2006/main">
            <a:off x="3770827" y="2455096"/>
            <a:ext cx="1347600" cy="14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Coverage + age + officer gate</a:t>
            </a:r>
            <a:endParaRPr sz="900" b="0" i="0" u="none" strike="noStrike" cap="none">
              <a:solidFill>
                <a:srgbClr val="000000"/>
              </a:solidFill>
              <a:latin typeface="Arial"/>
              <a:ea typeface="Arial"/>
              <a:cs typeface="Arial"/>
            </a:endParaRPr>
          </a:p>
        </p:txBody>
      </p:sp>
      <p:sp>
        <p:nvSpPr>
          <p:cNvPr id="296" name="Google Shape;296;p4">
            <a:extLst xmlns:a="http://schemas.openxmlformats.org/drawingml/2006/main">
              <a:ext uri="{FF2B5EF4-FFF2-40B4-BE49-F238E27FC236}">
                <a16:creationId xmlns:a16="http://schemas.microsoft.com/office/drawing/2014/main" id="{92524968-4EFD-4D7E-9DCA-C776D49A28DD}"/>
              </a:ext>
            </a:extLst>
          </p:cNvPr>
          <p:cNvSpPr>
            <a:spLocks xmlns:a="http://schemas.openxmlformats.org/drawingml/2006/main" noGrp="1"/>
          </p:cNvSpPr>
          <p:nvPr/>
        </p:nvSpPr>
        <p:spPr>
          <a:xfrm xmlns:a="http://schemas.openxmlformats.org/drawingml/2006/main">
            <a:off x="3838206" y="2638858"/>
            <a:ext cx="5577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350"/>
              <a:buFont typeface="Arial"/>
              <a:buNone/>
            </a:pPr>
            <a:r>
              <a:rPr sz="1350" b="1" i="0" u="none" strike="noStrike" cap="none">
                <a:solidFill>
                  <a:srgbClr val="103586"/>
                </a:solidFill>
                <a:latin typeface="Arial Narrow"/>
                <a:ea typeface="Arial Narrow"/>
                <a:cs typeface="Arial Narrow"/>
              </a:rPr>
              <a:t>30 min</a:t>
            </a:r>
            <a:endParaRPr sz="900" b="0" i="0" u="none" strike="noStrike" cap="none">
              <a:solidFill>
                <a:srgbClr val="000000"/>
              </a:solidFill>
              <a:latin typeface="Arial"/>
              <a:ea typeface="Arial"/>
              <a:cs typeface="Arial"/>
            </a:endParaRPr>
          </a:p>
        </p:txBody>
      </p:sp>
      <p:sp>
        <p:nvSpPr>
          <p:cNvPr id="297" name="Google Shape;297;p4">
            <a:extLst xmlns:a="http://schemas.openxmlformats.org/drawingml/2006/main">
              <a:ext uri="{FF2B5EF4-FFF2-40B4-BE49-F238E27FC236}">
                <a16:creationId xmlns:a16="http://schemas.microsoft.com/office/drawing/2014/main" id="{2C6D6217-19D1-4E0C-92D1-4D6B78E18AAD}"/>
              </a:ext>
            </a:extLst>
          </p:cNvPr>
          <p:cNvSpPr>
            <a:spLocks xmlns:a="http://schemas.openxmlformats.org/drawingml/2006/main" noGrp="1"/>
          </p:cNvSpPr>
          <p:nvPr/>
        </p:nvSpPr>
        <p:spPr>
          <a:xfrm xmlns:a="http://schemas.openxmlformats.org/drawingml/2006/main">
            <a:off x="3838206" y="2822620"/>
            <a:ext cx="557700" cy="11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103586"/>
                </a:solidFill>
                <a:latin typeface="Arial Narrow"/>
                <a:ea typeface="Arial Narrow"/>
                <a:cs typeface="Arial Narrow"/>
              </a:rPr>
              <a:t>target horizon</a:t>
            </a:r>
            <a:endParaRPr sz="900" b="0" i="0" u="none" strike="noStrike" cap="none">
              <a:solidFill>
                <a:srgbClr val="000000"/>
              </a:solidFill>
              <a:latin typeface="Arial"/>
              <a:ea typeface="Arial"/>
              <a:cs typeface="Arial"/>
            </a:endParaRPr>
          </a:p>
        </p:txBody>
      </p:sp>
      <p:sp>
        <p:nvSpPr>
          <p:cNvPr id="298" name="Google Shape;298;p4">
            <a:extLst xmlns:a="http://schemas.openxmlformats.org/drawingml/2006/main">
              <a:ext uri="{FF2B5EF4-FFF2-40B4-BE49-F238E27FC236}">
                <a16:creationId xmlns:a16="http://schemas.microsoft.com/office/drawing/2014/main" id="{D0A9D73E-FFBB-4413-B00A-EF46CA4377EB}"/>
              </a:ext>
            </a:extLst>
          </p:cNvPr>
          <p:cNvSpPr>
            <a:spLocks xmlns:a="http://schemas.openxmlformats.org/drawingml/2006/main" noGrp="1"/>
          </p:cNvSpPr>
          <p:nvPr/>
        </p:nvSpPr>
        <p:spPr>
          <a:xfrm xmlns:a="http://schemas.openxmlformats.org/drawingml/2006/main">
            <a:off x="4456870" y="2638858"/>
            <a:ext cx="6432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350"/>
              <a:buFont typeface="Arial"/>
              <a:buNone/>
            </a:pPr>
            <a:r>
              <a:rPr sz="1350" b="1" i="0" u="none" strike="noStrike" cap="none">
                <a:solidFill>
                  <a:srgbClr val="103586"/>
                </a:solidFill>
                <a:latin typeface="Arial Narrow"/>
                <a:ea typeface="Arial Narrow"/>
                <a:cs typeface="Arial Narrow"/>
              </a:rPr>
              <a:t>5 min</a:t>
            </a:r>
            <a:endParaRPr sz="900" b="0" i="0" u="none" strike="noStrike" cap="none">
              <a:solidFill>
                <a:srgbClr val="000000"/>
              </a:solidFill>
              <a:latin typeface="Arial"/>
              <a:ea typeface="Arial"/>
              <a:cs typeface="Arial"/>
            </a:endParaRPr>
          </a:p>
        </p:txBody>
      </p:sp>
      <p:sp>
        <p:nvSpPr>
          <p:cNvPr id="299" name="Google Shape;299;p4">
            <a:extLst xmlns:a="http://schemas.openxmlformats.org/drawingml/2006/main">
              <a:ext uri="{FF2B5EF4-FFF2-40B4-BE49-F238E27FC236}">
                <a16:creationId xmlns:a16="http://schemas.microsoft.com/office/drawing/2014/main" id="{CC38A806-B992-4558-8126-343AB77CB2F2}"/>
              </a:ext>
            </a:extLst>
          </p:cNvPr>
          <p:cNvSpPr>
            <a:spLocks xmlns:a="http://schemas.openxmlformats.org/drawingml/2006/main" noGrp="1"/>
          </p:cNvSpPr>
          <p:nvPr/>
        </p:nvSpPr>
        <p:spPr>
          <a:xfrm xmlns:a="http://schemas.openxmlformats.org/drawingml/2006/main">
            <a:off x="4456870" y="2822620"/>
            <a:ext cx="643200" cy="11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103586"/>
                </a:solidFill>
                <a:latin typeface="Arial Narrow"/>
                <a:ea typeface="Arial Narrow"/>
                <a:cs typeface="Arial Narrow"/>
              </a:rPr>
              <a:t>onset bins</a:t>
            </a:r>
            <a:endParaRPr sz="900" b="0" i="0" u="none" strike="noStrike" cap="none">
              <a:solidFill>
                <a:srgbClr val="000000"/>
              </a:solidFill>
              <a:latin typeface="Arial"/>
              <a:ea typeface="Arial"/>
              <a:cs typeface="Arial"/>
            </a:endParaRPr>
          </a:p>
        </p:txBody>
      </p:sp>
      <p:sp>
        <p:nvSpPr>
          <p:cNvPr id="300" name="Google Shape;300;p4">
            <a:extLst xmlns:a="http://schemas.openxmlformats.org/drawingml/2006/main">
              <a:ext uri="{FF2B5EF4-FFF2-40B4-BE49-F238E27FC236}">
                <a16:creationId xmlns:a16="http://schemas.microsoft.com/office/drawing/2014/main" id="{7C33E9DD-540F-43B4-84A0-88ED2F200926}"/>
              </a:ext>
            </a:extLst>
          </p:cNvPr>
          <p:cNvSpPr>
            <a:spLocks xmlns:a="http://schemas.openxmlformats.org/drawingml/2006/main" noGrp="1"/>
          </p:cNvSpPr>
          <p:nvPr/>
        </p:nvSpPr>
        <p:spPr>
          <a:xfrm xmlns:a="http://schemas.openxmlformats.org/drawingml/2006/main">
            <a:off x="5369552" y="1839772"/>
            <a:ext cx="483900" cy="483900"/>
          </a:xfrm>
          <a:prstGeom xmlns:a="http://schemas.openxmlformats.org/drawingml/2006/main" prst="ellipse">
            <a:avLst/>
          </a:prstGeom>
          <a:solidFill xmlns:a="http://schemas.openxmlformats.org/drawingml/2006/main">
            <a:srgbClr val="078D9A"/>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01" name="Google Shape;301;p4">
            <a:extLst xmlns:a="http://schemas.openxmlformats.org/drawingml/2006/main">
              <a:ext uri="{FF2B5EF4-FFF2-40B4-BE49-F238E27FC236}">
                <a16:creationId xmlns:a16="http://schemas.microsoft.com/office/drawing/2014/main" id="{765FC2D8-4120-40E7-ABD5-623E513ECC5A}"/>
              </a:ext>
            </a:extLst>
          </p:cNvPr>
          <p:cNvSpPr>
            <a:spLocks xmlns:a="http://schemas.openxmlformats.org/drawingml/2006/main" noGrp="1"/>
          </p:cNvSpPr>
          <p:nvPr/>
        </p:nvSpPr>
        <p:spPr>
          <a:xfrm xmlns:a="http://schemas.openxmlformats.org/drawingml/2006/main">
            <a:off x="5504311" y="1894901"/>
            <a:ext cx="232553" cy="385548"/>
          </a:xfrm>
          <a:custGeom xmlns:a="http://schemas.openxmlformats.org/drawingml/2006/main">
            <a:rect l="l" t="t" r="r" b="b"/>
            <a:pathLst>
              <a:path w="361950" h="600075">
                <a:moveTo>
                  <a:pt x="219075" y="0"/>
                </a:moveTo>
                <a:lnTo>
                  <a:pt x="0" y="352425"/>
                </a:lnTo>
                <a:lnTo>
                  <a:pt x="171450" y="352425"/>
                </a:lnTo>
                <a:lnTo>
                  <a:pt x="76200" y="600075"/>
                </a:lnTo>
                <a:lnTo>
                  <a:pt x="361950" y="238125"/>
                </a:lnTo>
                <a:lnTo>
                  <a:pt x="200025" y="238125"/>
                </a:lnTo>
                <a:close/>
              </a:path>
            </a:pathLst>
          </a:custGeom>
          <a:solidFill xmlns:a="http://schemas.openxmlformats.org/drawingml/2006/main">
            <a:srgbClr val="FFFFFF"/>
          </a:solidFill>
          <a:ln xmlns:a="http://schemas.openxmlformats.org/drawingml/2006/main">
            <a:noFill/>
          </a:ln>
        </p:spPr>
      </p:sp>
      <p:sp>
        <p:nvSpPr>
          <p:cNvPr id="302" name="Google Shape;302;p4">
            <a:extLst xmlns:a="http://schemas.openxmlformats.org/drawingml/2006/main">
              <a:ext uri="{FF2B5EF4-FFF2-40B4-BE49-F238E27FC236}">
                <a16:creationId xmlns:a16="http://schemas.microsoft.com/office/drawing/2014/main" id="{4D0EA5BC-DAF2-4D8F-B671-5BCB3199E9A7}"/>
              </a:ext>
            </a:extLst>
          </p:cNvPr>
          <p:cNvSpPr>
            <a:spLocks xmlns:a="http://schemas.openxmlformats.org/drawingml/2006/main" noGrp="1"/>
          </p:cNvSpPr>
          <p:nvPr/>
        </p:nvSpPr>
        <p:spPr>
          <a:xfrm xmlns:a="http://schemas.openxmlformats.org/drawingml/2006/main">
            <a:off x="5240919" y="2354306"/>
            <a:ext cx="7473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FastAPI</a:t>
            </a:r>
            <a:endParaRPr sz="900" b="0" i="0" u="none" strike="noStrike" cap="none">
              <a:solidFill>
                <a:srgbClr val="000000"/>
              </a:solidFill>
              <a:latin typeface="Arial"/>
              <a:ea typeface="Arial"/>
              <a:cs typeface="Arial"/>
            </a:endParaRPr>
          </a:p>
        </p:txBody>
      </p:sp>
      <p:sp>
        <p:nvSpPr>
          <p:cNvPr id="303" name="Google Shape;303;p4">
            <a:extLst xmlns:a="http://schemas.openxmlformats.org/drawingml/2006/main">
              <a:ext uri="{FF2B5EF4-FFF2-40B4-BE49-F238E27FC236}">
                <a16:creationId xmlns:a16="http://schemas.microsoft.com/office/drawing/2014/main" id="{35559711-1072-4689-91A7-58C535868C1F}"/>
              </a:ext>
            </a:extLst>
          </p:cNvPr>
          <p:cNvSpPr>
            <a:spLocks xmlns:a="http://schemas.openxmlformats.org/drawingml/2006/main" noGrp="1"/>
          </p:cNvSpPr>
          <p:nvPr/>
        </p:nvSpPr>
        <p:spPr>
          <a:xfrm xmlns:a="http://schemas.openxmlformats.org/drawingml/2006/main">
            <a:off x="5179665" y="2525817"/>
            <a:ext cx="876000" cy="22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Forecast + evidence API</a:t>
            </a:r>
            <a:endParaRPr sz="900" b="0" i="0" u="none" strike="noStrike" cap="none">
              <a:solidFill>
                <a:srgbClr val="000000"/>
              </a:solidFill>
              <a:latin typeface="Arial"/>
              <a:ea typeface="Arial"/>
              <a:cs typeface="Arial"/>
            </a:endParaRPr>
          </a:p>
        </p:txBody>
      </p:sp>
      <p:sp>
        <p:nvSpPr>
          <p:cNvPr id="304" name="Google Shape;304;p4">
            <a:extLst xmlns:a="http://schemas.openxmlformats.org/drawingml/2006/main">
              <a:ext uri="{FF2B5EF4-FFF2-40B4-BE49-F238E27FC236}">
                <a16:creationId xmlns:a16="http://schemas.microsoft.com/office/drawing/2014/main" id="{B76EA9F2-9CDA-4421-B426-C575A734FB69}"/>
              </a:ext>
            </a:extLst>
          </p:cNvPr>
          <p:cNvSpPr>
            <a:spLocks xmlns:a="http://schemas.openxmlformats.org/drawingml/2006/main" noGrp="1"/>
          </p:cNvSpPr>
          <p:nvPr/>
        </p:nvSpPr>
        <p:spPr>
          <a:xfrm xmlns:a="http://schemas.openxmlformats.org/drawingml/2006/main">
            <a:off x="6190354" y="1190479"/>
            <a:ext cx="771900" cy="465600"/>
          </a:xfrm>
          <a:prstGeom xmlns:a="http://schemas.openxmlformats.org/drawingml/2006/main" prst="roundRect">
            <a:avLst>
              <a:gd name="adj" fmla="val 5263"/>
            </a:avLst>
          </a:prstGeom>
          <a:solidFill xmlns:a="http://schemas.openxmlformats.org/drawingml/2006/main">
            <a:srgbClr val="0E426C"/>
          </a:solidFill>
          <a:ln xmlns:a="http://schemas.openxmlformats.org/drawingml/2006/main" w="9525" cap="flat" cmpd="sng">
            <a:solidFill>
              <a:srgbClr val="0E426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05" name="Google Shape;305;p4">
            <a:extLst xmlns:a="http://schemas.openxmlformats.org/drawingml/2006/main">
              <a:ext uri="{FF2B5EF4-FFF2-40B4-BE49-F238E27FC236}">
                <a16:creationId xmlns:a16="http://schemas.microsoft.com/office/drawing/2014/main" id="{1B8F2BB6-4587-402E-8CD3-16C480A57FB3}"/>
              </a:ext>
            </a:extLst>
          </p:cNvPr>
          <p:cNvSpPr>
            <a:spLocks xmlns:a="http://schemas.openxmlformats.org/drawingml/2006/main" noGrp="1"/>
          </p:cNvSpPr>
          <p:nvPr/>
        </p:nvSpPr>
        <p:spPr>
          <a:xfrm xmlns:a="http://schemas.openxmlformats.org/drawingml/2006/main">
            <a:off x="6227107" y="1227232"/>
            <a:ext cx="698400" cy="385500"/>
          </a:xfrm>
          <a:prstGeom xmlns:a="http://schemas.openxmlformats.org/drawingml/2006/main" prst="roundRect">
            <a:avLst>
              <a:gd name="adj" fmla="val 3175"/>
            </a:avLst>
          </a:prstGeom>
          <a:solidFill xmlns:a="http://schemas.openxmlformats.org/drawingml/2006/main">
            <a:srgbClr val="F7FCFF"/>
          </a:solidFill>
          <a:ln xmlns:a="http://schemas.openxmlformats.org/drawingml/2006/main" w="9525" cap="flat" cmpd="sng">
            <a:solidFill>
              <a:srgbClr val="8CC7E8"/>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06" name="Google Shape;306;p4">
            <a:extLst xmlns:a="http://schemas.openxmlformats.org/drawingml/2006/main">
              <a:ext uri="{FF2B5EF4-FFF2-40B4-BE49-F238E27FC236}">
                <a16:creationId xmlns:a16="http://schemas.microsoft.com/office/drawing/2014/main" id="{1F93B3EC-3C24-455C-A4FC-5108ECC183A1}"/>
              </a:ext>
            </a:extLst>
          </p:cNvPr>
          <p:cNvSpPr>
            <a:spLocks xmlns:a="http://schemas.openxmlformats.org/drawingml/2006/main" noGrp="1"/>
          </p:cNvSpPr>
          <p:nvPr/>
        </p:nvSpPr>
        <p:spPr>
          <a:xfrm xmlns:a="http://schemas.openxmlformats.org/drawingml/2006/main">
            <a:off x="6263859" y="1263984"/>
            <a:ext cx="624900" cy="312000"/>
          </a:xfrm>
          <a:prstGeom xmlns:a="http://schemas.openxmlformats.org/drawingml/2006/main" prst="rect">
            <a:avLst/>
          </a:prstGeom>
          <a:solidFill xmlns:a="http://schemas.openxmlformats.org/drawingml/2006/main">
            <a:srgbClr val="DBEFFB"/>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07" name="Google Shape;307;p4">
            <a:extLst xmlns:a="http://schemas.openxmlformats.org/drawingml/2006/main">
              <a:ext uri="{FF2B5EF4-FFF2-40B4-BE49-F238E27FC236}">
                <a16:creationId xmlns:a16="http://schemas.microsoft.com/office/drawing/2014/main" id="{A473C6F0-3128-4900-8708-96CA2D74CC0B}"/>
              </a:ext>
            </a:extLst>
          </p:cNvPr>
          <p:cNvSpPr>
            <a:spLocks xmlns:a="http://schemas.openxmlformats.org/drawingml/2006/main" noGrp="1"/>
          </p:cNvSpPr>
          <p:nvPr/>
        </p:nvSpPr>
        <p:spPr>
          <a:xfrm xmlns:a="http://schemas.openxmlformats.org/drawingml/2006/main">
            <a:off x="6282235" y="1325238"/>
            <a:ext cx="593622" cy="177475"/>
          </a:xfrm>
          <a:custGeom xmlns:a="http://schemas.openxmlformats.org/drawingml/2006/main">
            <a:rect l="l" t="t" r="r" b="b"/>
            <a:pathLst>
              <a:path w="923925" h="276225">
                <a:moveTo>
                  <a:pt x="0" y="0"/>
                </a:moveTo>
                <a:lnTo>
                  <a:pt x="266700" y="95250"/>
                </a:lnTo>
                <a:lnTo>
                  <a:pt x="571500" y="123825"/>
                </a:lnTo>
                <a:lnTo>
                  <a:pt x="923925" y="276225"/>
                </a:lnTo>
              </a:path>
            </a:pathLst>
          </a:custGeom>
          <a:noFill xmlns:a="http://schemas.openxmlformats.org/drawingml/2006/main"/>
          <a:ln xmlns:a="http://schemas.openxmlformats.org/drawingml/2006/main" w="24500" cap="flat" cmpd="sng">
            <a:solidFill>
              <a:srgbClr val="FFFFFF"/>
            </a:solidFill>
            <a:prstDash val="solid"/>
            <a:round/>
            <a:headEnd type="none" w="sm" len="sm"/>
            <a:tailEnd type="none" w="sm" len="sm"/>
          </a:ln>
        </p:spPr>
      </p:sp>
      <p:sp>
        <p:nvSpPr>
          <p:cNvPr id="308" name="Google Shape;308;p4">
            <a:extLst xmlns:a="http://schemas.openxmlformats.org/drawingml/2006/main">
              <a:ext uri="{FF2B5EF4-FFF2-40B4-BE49-F238E27FC236}">
                <a16:creationId xmlns:a16="http://schemas.microsoft.com/office/drawing/2014/main" id="{F46873D1-5501-498D-9ACE-16D73BB974F9}"/>
              </a:ext>
            </a:extLst>
          </p:cNvPr>
          <p:cNvSpPr>
            <a:spLocks xmlns:a="http://schemas.openxmlformats.org/drawingml/2006/main" noGrp="1"/>
          </p:cNvSpPr>
          <p:nvPr/>
        </p:nvSpPr>
        <p:spPr>
          <a:xfrm xmlns:a="http://schemas.openxmlformats.org/drawingml/2006/main">
            <a:off x="6318987" y="1270110"/>
            <a:ext cx="159115" cy="275392"/>
          </a:xfrm>
          <a:custGeom xmlns:a="http://schemas.openxmlformats.org/drawingml/2006/main">
            <a:rect l="l" t="t" r="r" b="b"/>
            <a:pathLst>
              <a:path w="247650" h="428625">
                <a:moveTo>
                  <a:pt x="0" y="428625"/>
                </a:moveTo>
                <a:lnTo>
                  <a:pt x="133350" y="152400"/>
                </a:lnTo>
                <a:lnTo>
                  <a:pt x="247650" y="0"/>
                </a:lnTo>
              </a:path>
            </a:pathLst>
          </a:custGeom>
          <a:noFill xmlns:a="http://schemas.openxmlformats.org/drawingml/2006/main"/>
          <a:ln xmlns:a="http://schemas.openxmlformats.org/drawingml/2006/main" w="24500" cap="flat" cmpd="sng">
            <a:solidFill>
              <a:srgbClr val="FFFFFF"/>
            </a:solidFill>
            <a:prstDash val="solid"/>
            <a:round/>
            <a:headEnd type="none" w="sm" len="sm"/>
            <a:tailEnd type="none" w="sm" len="sm"/>
          </a:ln>
        </p:spPr>
      </p:sp>
      <p:sp>
        <p:nvSpPr>
          <p:cNvPr id="309" name="Google Shape;309;p4">
            <a:extLst xmlns:a="http://schemas.openxmlformats.org/drawingml/2006/main">
              <a:ext uri="{FF2B5EF4-FFF2-40B4-BE49-F238E27FC236}">
                <a16:creationId xmlns:a16="http://schemas.microsoft.com/office/drawing/2014/main" id="{4AD6ABFC-FF48-493C-93DC-958ED32ACDC0}"/>
              </a:ext>
            </a:extLst>
          </p:cNvPr>
          <p:cNvSpPr>
            <a:spLocks xmlns:a="http://schemas.openxmlformats.org/drawingml/2006/main" noGrp="1"/>
          </p:cNvSpPr>
          <p:nvPr/>
        </p:nvSpPr>
        <p:spPr>
          <a:xfrm xmlns:a="http://schemas.openxmlformats.org/drawingml/2006/main">
            <a:off x="6570128" y="1276235"/>
            <a:ext cx="183594" cy="293751"/>
          </a:xfrm>
          <a:custGeom xmlns:a="http://schemas.openxmlformats.org/drawingml/2006/main">
            <a:rect l="l" t="t" r="r" b="b"/>
            <a:pathLst>
              <a:path w="285750" h="457200">
                <a:moveTo>
                  <a:pt x="0" y="457200"/>
                </a:moveTo>
                <a:lnTo>
                  <a:pt x="85725" y="228600"/>
                </a:lnTo>
                <a:lnTo>
                  <a:pt x="285750" y="0"/>
                </a:lnTo>
              </a:path>
            </a:pathLst>
          </a:custGeom>
          <a:noFill xmlns:a="http://schemas.openxmlformats.org/drawingml/2006/main"/>
          <a:ln xmlns:a="http://schemas.openxmlformats.org/drawingml/2006/main" w="24500" cap="flat" cmpd="sng">
            <a:solidFill>
              <a:srgbClr val="FFFFFF"/>
            </a:solidFill>
            <a:prstDash val="solid"/>
            <a:round/>
            <a:headEnd type="none" w="sm" len="sm"/>
            <a:tailEnd type="none" w="sm" len="sm"/>
          </a:ln>
        </p:spPr>
      </p:sp>
      <p:sp>
        <p:nvSpPr>
          <p:cNvPr id="310" name="Google Shape;310;p4">
            <a:extLst xmlns:a="http://schemas.openxmlformats.org/drawingml/2006/main">
              <a:ext uri="{FF2B5EF4-FFF2-40B4-BE49-F238E27FC236}">
                <a16:creationId xmlns:a16="http://schemas.microsoft.com/office/drawing/2014/main" id="{102A3360-82F2-4072-862A-B422F14939C1}"/>
              </a:ext>
            </a:extLst>
          </p:cNvPr>
          <p:cNvSpPr>
            <a:spLocks xmlns:a="http://schemas.openxmlformats.org/drawingml/2006/main" noGrp="1"/>
          </p:cNvSpPr>
          <p:nvPr/>
        </p:nvSpPr>
        <p:spPr>
          <a:xfrm xmlns:a="http://schemas.openxmlformats.org/drawingml/2006/main">
            <a:off x="6515000" y="1656010"/>
            <a:ext cx="122700" cy="61500"/>
          </a:xfrm>
          <a:prstGeom xmlns:a="http://schemas.openxmlformats.org/drawingml/2006/main" prst="rect">
            <a:avLst/>
          </a:prstGeom>
          <a:solidFill xmlns:a="http://schemas.openxmlformats.org/drawingml/2006/main">
            <a:srgbClr val="0E426C"/>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11" name="Google Shape;311;p4">
            <a:extLst xmlns:a="http://schemas.openxmlformats.org/drawingml/2006/main">
              <a:ext uri="{FF2B5EF4-FFF2-40B4-BE49-F238E27FC236}">
                <a16:creationId xmlns:a16="http://schemas.microsoft.com/office/drawing/2014/main" id="{88C03457-EB9C-46FB-98E6-44B585F21551}"/>
              </a:ext>
            </a:extLst>
          </p:cNvPr>
          <p:cNvSpPr>
            <a:spLocks xmlns:a="http://schemas.openxmlformats.org/drawingml/2006/main" noGrp="1"/>
          </p:cNvSpPr>
          <p:nvPr/>
        </p:nvSpPr>
        <p:spPr>
          <a:xfrm xmlns:a="http://schemas.openxmlformats.org/drawingml/2006/main">
            <a:off x="6423119" y="1711139"/>
            <a:ext cx="312000" cy="30600"/>
          </a:xfrm>
          <a:prstGeom xmlns:a="http://schemas.openxmlformats.org/drawingml/2006/main" prst="roundRect">
            <a:avLst>
              <a:gd name="adj" fmla="val 40000"/>
            </a:avLst>
          </a:prstGeom>
          <a:solidFill xmlns:a="http://schemas.openxmlformats.org/drawingml/2006/main">
            <a:srgbClr val="0E426C"/>
          </a:solidFill>
          <a:ln xmlns:a="http://schemas.openxmlformats.org/drawingml/2006/main" w="9525" cap="flat" cmpd="sng">
            <a:solidFill>
              <a:srgbClr val="0E426C"/>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12" name="Google Shape;312;p4">
            <a:extLst xmlns:a="http://schemas.openxmlformats.org/drawingml/2006/main">
              <a:ext uri="{FF2B5EF4-FFF2-40B4-BE49-F238E27FC236}">
                <a16:creationId xmlns:a16="http://schemas.microsoft.com/office/drawing/2014/main" id="{18458D3E-07E6-421E-8896-0F4121936991}"/>
              </a:ext>
            </a:extLst>
          </p:cNvPr>
          <p:cNvSpPr>
            <a:spLocks xmlns:a="http://schemas.openxmlformats.org/drawingml/2006/main" noGrp="1"/>
          </p:cNvSpPr>
          <p:nvPr/>
        </p:nvSpPr>
        <p:spPr>
          <a:xfrm xmlns:a="http://schemas.openxmlformats.org/drawingml/2006/main">
            <a:off x="6564003" y="1282360"/>
            <a:ext cx="153734" cy="183451"/>
          </a:xfrm>
          <a:custGeom xmlns:a="http://schemas.openxmlformats.org/drawingml/2006/main">
            <a:rect l="l" t="t" r="r" b="b"/>
            <a:pathLst>
              <a:path w="228600" h="228600">
                <a:moveTo>
                  <a:pt x="114300" y="209550"/>
                </a:moveTo>
                <a:lnTo>
                  <a:pt x="115272" y="208530"/>
                </a:lnTo>
                <a:lnTo>
                  <a:pt x="117993" y="205590"/>
                </a:lnTo>
                <a:lnTo>
                  <a:pt x="122173" y="200909"/>
                </a:lnTo>
                <a:lnTo>
                  <a:pt x="127518" y="194665"/>
                </a:lnTo>
                <a:lnTo>
                  <a:pt x="133739" y="187039"/>
                </a:lnTo>
                <a:lnTo>
                  <a:pt x="140542" y="178209"/>
                </a:lnTo>
                <a:lnTo>
                  <a:pt x="147638" y="168354"/>
                </a:lnTo>
                <a:lnTo>
                  <a:pt x="154733" y="157654"/>
                </a:lnTo>
                <a:lnTo>
                  <a:pt x="161536" y="146287"/>
                </a:lnTo>
                <a:lnTo>
                  <a:pt x="167757" y="134433"/>
                </a:lnTo>
                <a:lnTo>
                  <a:pt x="173102" y="122271"/>
                </a:lnTo>
                <a:lnTo>
                  <a:pt x="177282" y="109979"/>
                </a:lnTo>
                <a:lnTo>
                  <a:pt x="180003" y="97737"/>
                </a:lnTo>
                <a:lnTo>
                  <a:pt x="180975" y="85725"/>
                </a:lnTo>
                <a:lnTo>
                  <a:pt x="180747" y="80219"/>
                </a:lnTo>
                <a:lnTo>
                  <a:pt x="180066" y="74751"/>
                </a:lnTo>
                <a:lnTo>
                  <a:pt x="178935" y="69357"/>
                </a:lnTo>
                <a:lnTo>
                  <a:pt x="177362" y="64076"/>
                </a:lnTo>
                <a:lnTo>
                  <a:pt x="175359" y="58942"/>
                </a:lnTo>
                <a:lnTo>
                  <a:pt x="172939" y="53991"/>
                </a:lnTo>
                <a:lnTo>
                  <a:pt x="170118" y="49257"/>
                </a:lnTo>
                <a:lnTo>
                  <a:pt x="166916" y="44772"/>
                </a:lnTo>
                <a:lnTo>
                  <a:pt x="163354" y="40567"/>
                </a:lnTo>
                <a:lnTo>
                  <a:pt x="159458" y="36671"/>
                </a:lnTo>
                <a:lnTo>
                  <a:pt x="155253" y="33109"/>
                </a:lnTo>
                <a:lnTo>
                  <a:pt x="150768" y="29907"/>
                </a:lnTo>
                <a:lnTo>
                  <a:pt x="146034" y="27086"/>
                </a:lnTo>
                <a:lnTo>
                  <a:pt x="141083" y="24666"/>
                </a:lnTo>
                <a:lnTo>
                  <a:pt x="135949" y="22663"/>
                </a:lnTo>
                <a:lnTo>
                  <a:pt x="130668" y="21090"/>
                </a:lnTo>
                <a:lnTo>
                  <a:pt x="125274" y="19959"/>
                </a:lnTo>
                <a:lnTo>
                  <a:pt x="119806" y="19278"/>
                </a:lnTo>
                <a:lnTo>
                  <a:pt x="114300" y="19050"/>
                </a:lnTo>
                <a:lnTo>
                  <a:pt x="108794" y="19278"/>
                </a:lnTo>
                <a:lnTo>
                  <a:pt x="103326" y="19959"/>
                </a:lnTo>
                <a:lnTo>
                  <a:pt x="97932" y="21090"/>
                </a:lnTo>
                <a:lnTo>
                  <a:pt x="92651" y="22663"/>
                </a:lnTo>
                <a:lnTo>
                  <a:pt x="87517" y="24666"/>
                </a:lnTo>
                <a:lnTo>
                  <a:pt x="82566" y="27086"/>
                </a:lnTo>
                <a:lnTo>
                  <a:pt x="77832" y="29907"/>
                </a:lnTo>
                <a:lnTo>
                  <a:pt x="73347" y="33109"/>
                </a:lnTo>
                <a:lnTo>
                  <a:pt x="69142" y="36671"/>
                </a:lnTo>
                <a:lnTo>
                  <a:pt x="65246" y="40567"/>
                </a:lnTo>
                <a:lnTo>
                  <a:pt x="61684" y="44772"/>
                </a:lnTo>
                <a:lnTo>
                  <a:pt x="58482" y="49257"/>
                </a:lnTo>
                <a:lnTo>
                  <a:pt x="55661" y="53991"/>
                </a:lnTo>
                <a:lnTo>
                  <a:pt x="53241" y="58942"/>
                </a:lnTo>
                <a:lnTo>
                  <a:pt x="51238" y="64076"/>
                </a:lnTo>
                <a:lnTo>
                  <a:pt x="49665" y="69357"/>
                </a:lnTo>
                <a:lnTo>
                  <a:pt x="48534" y="74751"/>
                </a:lnTo>
                <a:lnTo>
                  <a:pt x="47853" y="80219"/>
                </a:lnTo>
                <a:lnTo>
                  <a:pt x="47625" y="85725"/>
                </a:lnTo>
                <a:lnTo>
                  <a:pt x="48597" y="97737"/>
                </a:lnTo>
                <a:lnTo>
                  <a:pt x="51318" y="109979"/>
                </a:lnTo>
                <a:lnTo>
                  <a:pt x="55498" y="122271"/>
                </a:lnTo>
                <a:lnTo>
                  <a:pt x="60843" y="134433"/>
                </a:lnTo>
                <a:lnTo>
                  <a:pt x="67064" y="146287"/>
                </a:lnTo>
                <a:lnTo>
                  <a:pt x="73867" y="157654"/>
                </a:lnTo>
                <a:lnTo>
                  <a:pt x="80963" y="168354"/>
                </a:lnTo>
                <a:lnTo>
                  <a:pt x="88058" y="178209"/>
                </a:lnTo>
                <a:lnTo>
                  <a:pt x="94861" y="187039"/>
                </a:lnTo>
                <a:lnTo>
                  <a:pt x="101082" y="194665"/>
                </a:lnTo>
                <a:lnTo>
                  <a:pt x="106427" y="200909"/>
                </a:lnTo>
                <a:lnTo>
                  <a:pt x="110607" y="205590"/>
                </a:lnTo>
                <a:lnTo>
                  <a:pt x="113328" y="208530"/>
                </a:lnTo>
                <a:lnTo>
                  <a:pt x="114300" y="209550"/>
                </a:lnTo>
                <a:close/>
                <a:moveTo>
                  <a:pt x="114300" y="57150"/>
                </a:moveTo>
                <a:lnTo>
                  <a:pt x="111940" y="57248"/>
                </a:lnTo>
                <a:lnTo>
                  <a:pt x="109597" y="57540"/>
                </a:lnTo>
                <a:lnTo>
                  <a:pt x="107285" y="58024"/>
                </a:lnTo>
                <a:lnTo>
                  <a:pt x="105022" y="58698"/>
                </a:lnTo>
                <a:lnTo>
                  <a:pt x="102822" y="59557"/>
                </a:lnTo>
                <a:lnTo>
                  <a:pt x="100700" y="60594"/>
                </a:lnTo>
                <a:lnTo>
                  <a:pt x="98671" y="61803"/>
                </a:lnTo>
                <a:lnTo>
                  <a:pt x="96749" y="63175"/>
                </a:lnTo>
                <a:lnTo>
                  <a:pt x="94947" y="64702"/>
                </a:lnTo>
                <a:lnTo>
                  <a:pt x="93277" y="66372"/>
                </a:lnTo>
                <a:lnTo>
                  <a:pt x="91750" y="68174"/>
                </a:lnTo>
                <a:lnTo>
                  <a:pt x="90378" y="70096"/>
                </a:lnTo>
                <a:lnTo>
                  <a:pt x="89169" y="72125"/>
                </a:lnTo>
                <a:lnTo>
                  <a:pt x="88132" y="74247"/>
                </a:lnTo>
                <a:lnTo>
                  <a:pt x="87273" y="76447"/>
                </a:lnTo>
                <a:lnTo>
                  <a:pt x="86599" y="78710"/>
                </a:lnTo>
                <a:lnTo>
                  <a:pt x="86115" y="81022"/>
                </a:lnTo>
                <a:lnTo>
                  <a:pt x="85823" y="83365"/>
                </a:lnTo>
                <a:lnTo>
                  <a:pt x="85725" y="85725"/>
                </a:lnTo>
                <a:lnTo>
                  <a:pt x="85823" y="88085"/>
                </a:lnTo>
                <a:lnTo>
                  <a:pt x="86115" y="90428"/>
                </a:lnTo>
                <a:lnTo>
                  <a:pt x="86599" y="92740"/>
                </a:lnTo>
                <a:lnTo>
                  <a:pt x="87273" y="95003"/>
                </a:lnTo>
                <a:lnTo>
                  <a:pt x="88132" y="97203"/>
                </a:lnTo>
                <a:lnTo>
                  <a:pt x="89169" y="99325"/>
                </a:lnTo>
                <a:lnTo>
                  <a:pt x="90378" y="101354"/>
                </a:lnTo>
                <a:lnTo>
                  <a:pt x="91750" y="103276"/>
                </a:lnTo>
                <a:lnTo>
                  <a:pt x="93277" y="105078"/>
                </a:lnTo>
                <a:lnTo>
                  <a:pt x="94947" y="106748"/>
                </a:lnTo>
                <a:lnTo>
                  <a:pt x="96749" y="108275"/>
                </a:lnTo>
                <a:lnTo>
                  <a:pt x="98671" y="109647"/>
                </a:lnTo>
                <a:lnTo>
                  <a:pt x="100700" y="110856"/>
                </a:lnTo>
                <a:lnTo>
                  <a:pt x="102822" y="111893"/>
                </a:lnTo>
                <a:lnTo>
                  <a:pt x="105022" y="112752"/>
                </a:lnTo>
                <a:lnTo>
                  <a:pt x="107285" y="113426"/>
                </a:lnTo>
                <a:lnTo>
                  <a:pt x="109597" y="113910"/>
                </a:lnTo>
                <a:lnTo>
                  <a:pt x="111940" y="114202"/>
                </a:lnTo>
                <a:lnTo>
                  <a:pt x="114300" y="114300"/>
                </a:lnTo>
                <a:lnTo>
                  <a:pt x="116660" y="114202"/>
                </a:lnTo>
                <a:lnTo>
                  <a:pt x="119003" y="113910"/>
                </a:lnTo>
                <a:lnTo>
                  <a:pt x="121315" y="113426"/>
                </a:lnTo>
                <a:lnTo>
                  <a:pt x="123578" y="112752"/>
                </a:lnTo>
                <a:lnTo>
                  <a:pt x="125778" y="111893"/>
                </a:lnTo>
                <a:lnTo>
                  <a:pt x="127900" y="110856"/>
                </a:lnTo>
                <a:lnTo>
                  <a:pt x="129929" y="109647"/>
                </a:lnTo>
                <a:lnTo>
                  <a:pt x="131851" y="108275"/>
                </a:lnTo>
                <a:lnTo>
                  <a:pt x="133653" y="106748"/>
                </a:lnTo>
                <a:lnTo>
                  <a:pt x="135323" y="105078"/>
                </a:lnTo>
                <a:lnTo>
                  <a:pt x="136850" y="103276"/>
                </a:lnTo>
                <a:lnTo>
                  <a:pt x="138222" y="101354"/>
                </a:lnTo>
                <a:lnTo>
                  <a:pt x="139431" y="99325"/>
                </a:lnTo>
                <a:lnTo>
                  <a:pt x="140468" y="97203"/>
                </a:lnTo>
                <a:lnTo>
                  <a:pt x="141327" y="95003"/>
                </a:lnTo>
                <a:lnTo>
                  <a:pt x="142001" y="92740"/>
                </a:lnTo>
                <a:lnTo>
                  <a:pt x="142485" y="90428"/>
                </a:lnTo>
                <a:lnTo>
                  <a:pt x="142777" y="88085"/>
                </a:lnTo>
                <a:lnTo>
                  <a:pt x="142875" y="85725"/>
                </a:lnTo>
                <a:lnTo>
                  <a:pt x="142777" y="83365"/>
                </a:lnTo>
                <a:lnTo>
                  <a:pt x="142485" y="81022"/>
                </a:lnTo>
                <a:lnTo>
                  <a:pt x="142001" y="78710"/>
                </a:lnTo>
                <a:lnTo>
                  <a:pt x="141327" y="76447"/>
                </a:lnTo>
                <a:lnTo>
                  <a:pt x="140468" y="74247"/>
                </a:lnTo>
                <a:lnTo>
                  <a:pt x="139431" y="72125"/>
                </a:lnTo>
                <a:lnTo>
                  <a:pt x="138222" y="70096"/>
                </a:lnTo>
                <a:lnTo>
                  <a:pt x="136850" y="68174"/>
                </a:lnTo>
                <a:lnTo>
                  <a:pt x="135323" y="66372"/>
                </a:lnTo>
                <a:lnTo>
                  <a:pt x="133653" y="64702"/>
                </a:lnTo>
                <a:lnTo>
                  <a:pt x="131851" y="63175"/>
                </a:lnTo>
                <a:lnTo>
                  <a:pt x="129929" y="61803"/>
                </a:lnTo>
                <a:lnTo>
                  <a:pt x="127900" y="60594"/>
                </a:lnTo>
                <a:lnTo>
                  <a:pt x="125778" y="59557"/>
                </a:lnTo>
                <a:lnTo>
                  <a:pt x="123578" y="58698"/>
                </a:lnTo>
                <a:lnTo>
                  <a:pt x="121315" y="58024"/>
                </a:lnTo>
                <a:lnTo>
                  <a:pt x="119003" y="57540"/>
                </a:lnTo>
                <a:lnTo>
                  <a:pt x="116660" y="57248"/>
                </a:lnTo>
                <a:lnTo>
                  <a:pt x="114300" y="57150"/>
                </a:lnTo>
                <a:close/>
              </a:path>
            </a:pathLst>
          </a:custGeom>
          <a:solidFill xmlns:a="http://schemas.openxmlformats.org/drawingml/2006/main">
            <a:srgbClr val="FF1018"/>
          </a:solidFill>
          <a:ln xmlns:a="http://schemas.openxmlformats.org/drawingml/2006/main">
            <a:noFill/>
          </a:ln>
        </p:spPr>
      </p:sp>
      <p:sp>
        <p:nvSpPr>
          <p:cNvPr id="313" name="Google Shape;313;p4">
            <a:extLst xmlns:a="http://schemas.openxmlformats.org/drawingml/2006/main">
              <a:ext uri="{FF2B5EF4-FFF2-40B4-BE49-F238E27FC236}">
                <a16:creationId xmlns:a16="http://schemas.microsoft.com/office/drawing/2014/main" id="{8D8AA999-73BE-4D52-81A2-AD928F3BD03C}"/>
              </a:ext>
            </a:extLst>
          </p:cNvPr>
          <p:cNvSpPr>
            <a:spLocks xmlns:a="http://schemas.openxmlformats.org/drawingml/2006/main" noGrp="1"/>
          </p:cNvSpPr>
          <p:nvPr/>
        </p:nvSpPr>
        <p:spPr>
          <a:xfrm xmlns:a="http://schemas.openxmlformats.org/drawingml/2006/main">
            <a:off x="5914712" y="1784643"/>
            <a:ext cx="13905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64"/>
              <a:buFont typeface="Arial"/>
              <a:buNone/>
            </a:pPr>
            <a:r>
              <a:rPr sz="965" b="1" i="0" u="none" strike="noStrike" cap="none">
                <a:solidFill>
                  <a:srgbClr val="073DD0"/>
                </a:solidFill>
                <a:latin typeface="Arial Narrow"/>
                <a:ea typeface="Arial Narrow"/>
                <a:cs typeface="Arial Narrow"/>
              </a:rPr>
              <a:t>Officer web dashboard</a:t>
            </a:r>
            <a:endParaRPr sz="900" b="0" i="0" u="none" strike="noStrike" cap="none">
              <a:solidFill>
                <a:srgbClr val="000000"/>
              </a:solidFill>
              <a:latin typeface="Arial"/>
              <a:ea typeface="Arial"/>
              <a:cs typeface="Arial"/>
            </a:endParaRPr>
          </a:p>
        </p:txBody>
      </p:sp>
      <p:sp>
        <p:nvSpPr>
          <p:cNvPr id="314" name="Google Shape;314;p4">
            <a:extLst xmlns:a="http://schemas.openxmlformats.org/drawingml/2006/main">
              <a:ext uri="{FF2B5EF4-FFF2-40B4-BE49-F238E27FC236}">
                <a16:creationId xmlns:a16="http://schemas.microsoft.com/office/drawing/2014/main" id="{0B92D250-A3B1-474D-BA86-061D3DB50E7B}"/>
              </a:ext>
            </a:extLst>
          </p:cNvPr>
          <p:cNvSpPr>
            <a:spLocks xmlns:a="http://schemas.openxmlformats.org/drawingml/2006/main" noGrp="1"/>
          </p:cNvSpPr>
          <p:nvPr/>
        </p:nvSpPr>
        <p:spPr>
          <a:xfrm xmlns:a="http://schemas.openxmlformats.org/drawingml/2006/main">
            <a:off x="6061721" y="1956155"/>
            <a:ext cx="10842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Risk / reasons / data age</a:t>
            </a:r>
            <a:endParaRPr sz="900" b="0" i="0" u="none" strike="noStrike" cap="none">
              <a:solidFill>
                <a:srgbClr val="000000"/>
              </a:solidFill>
              <a:latin typeface="Arial"/>
              <a:ea typeface="Arial"/>
              <a:cs typeface="Arial"/>
            </a:endParaRPr>
          </a:p>
        </p:txBody>
      </p:sp>
      <p:sp>
        <p:nvSpPr>
          <p:cNvPr id="315" name="Google Shape;315;p4">
            <a:extLst xmlns:a="http://schemas.openxmlformats.org/drawingml/2006/main">
              <a:ext uri="{FF2B5EF4-FFF2-40B4-BE49-F238E27FC236}">
                <a16:creationId xmlns:a16="http://schemas.microsoft.com/office/drawing/2014/main" id="{EDCCA24E-7098-4105-93EE-7F8CF22D9F7B}"/>
              </a:ext>
            </a:extLst>
          </p:cNvPr>
          <p:cNvSpPr>
            <a:spLocks xmlns:a="http://schemas.openxmlformats.org/drawingml/2006/main" noGrp="1"/>
          </p:cNvSpPr>
          <p:nvPr/>
        </p:nvSpPr>
        <p:spPr>
          <a:xfrm xmlns:a="http://schemas.openxmlformats.org/drawingml/2006/main">
            <a:off x="6282235" y="2121540"/>
            <a:ext cx="202311" cy="226885"/>
          </a:xfrm>
          <a:custGeom xmlns:a="http://schemas.openxmlformats.org/drawingml/2006/main">
            <a:rect l="l" t="t" r="r" b="b"/>
            <a:pathLst>
              <a:path w="228600" h="228600">
                <a:moveTo>
                  <a:pt x="97803" y="200025"/>
                </a:moveTo>
                <a:lnTo>
                  <a:pt x="98623" y="201322"/>
                </a:lnTo>
                <a:lnTo>
                  <a:pt x="99544" y="202548"/>
                </a:lnTo>
                <a:lnTo>
                  <a:pt x="100562" y="203696"/>
                </a:lnTo>
                <a:lnTo>
                  <a:pt x="101668" y="204759"/>
                </a:lnTo>
                <a:lnTo>
                  <a:pt x="102856" y="205729"/>
                </a:lnTo>
                <a:lnTo>
                  <a:pt x="104119" y="206600"/>
                </a:lnTo>
                <a:lnTo>
                  <a:pt x="105447" y="207367"/>
                </a:lnTo>
                <a:lnTo>
                  <a:pt x="106833" y="208025"/>
                </a:lnTo>
                <a:lnTo>
                  <a:pt x="108268" y="208569"/>
                </a:lnTo>
                <a:lnTo>
                  <a:pt x="109741" y="208996"/>
                </a:lnTo>
                <a:lnTo>
                  <a:pt x="111244" y="209302"/>
                </a:lnTo>
                <a:lnTo>
                  <a:pt x="112767" y="209487"/>
                </a:lnTo>
                <a:lnTo>
                  <a:pt x="114300" y="209549"/>
                </a:lnTo>
                <a:lnTo>
                  <a:pt x="115833" y="209487"/>
                </a:lnTo>
                <a:lnTo>
                  <a:pt x="117356" y="209302"/>
                </a:lnTo>
                <a:lnTo>
                  <a:pt x="118859" y="208996"/>
                </a:lnTo>
                <a:lnTo>
                  <a:pt x="120332" y="208569"/>
                </a:lnTo>
                <a:lnTo>
                  <a:pt x="121767" y="208025"/>
                </a:lnTo>
                <a:lnTo>
                  <a:pt x="123153" y="207367"/>
                </a:lnTo>
                <a:lnTo>
                  <a:pt x="124481" y="206600"/>
                </a:lnTo>
                <a:lnTo>
                  <a:pt x="125744" y="205729"/>
                </a:lnTo>
                <a:lnTo>
                  <a:pt x="126932" y="204759"/>
                </a:lnTo>
                <a:lnTo>
                  <a:pt x="128038" y="203696"/>
                </a:lnTo>
                <a:lnTo>
                  <a:pt x="129056" y="202548"/>
                </a:lnTo>
                <a:lnTo>
                  <a:pt x="129977" y="201322"/>
                </a:lnTo>
                <a:lnTo>
                  <a:pt x="130797" y="200025"/>
                </a:lnTo>
              </a:path>
            </a:pathLst>
          </a:custGeom>
          <a:noFill xmlns:a="http://schemas.openxmlformats.org/drawingml/2006/main"/>
          <a:ln xmlns:a="http://schemas.openxmlformats.org/drawingml/2006/main" w="16525" cap="flat" cmpd="sng">
            <a:solidFill>
              <a:srgbClr val="073DD0"/>
            </a:solidFill>
            <a:prstDash val="solid"/>
            <a:round/>
            <a:headEnd type="none" w="sm" len="sm"/>
            <a:tailEnd type="none" w="sm" len="sm"/>
          </a:ln>
        </p:spPr>
      </p:sp>
      <p:sp>
        <p:nvSpPr>
          <p:cNvPr id="316" name="Google Shape;316;p4">
            <a:extLst xmlns:a="http://schemas.openxmlformats.org/drawingml/2006/main">
              <a:ext uri="{FF2B5EF4-FFF2-40B4-BE49-F238E27FC236}">
                <a16:creationId xmlns:a16="http://schemas.microsoft.com/office/drawing/2014/main" id="{C623543E-D910-45F9-8EFE-0CB23B230FED}"/>
              </a:ext>
            </a:extLst>
          </p:cNvPr>
          <p:cNvSpPr>
            <a:spLocks xmlns:a="http://schemas.openxmlformats.org/drawingml/2006/main" noGrp="1"/>
          </p:cNvSpPr>
          <p:nvPr/>
        </p:nvSpPr>
        <p:spPr>
          <a:xfrm xmlns:a="http://schemas.openxmlformats.org/drawingml/2006/main">
            <a:off x="6282235" y="2121540"/>
            <a:ext cx="202311" cy="226885"/>
          </a:xfrm>
          <a:custGeom xmlns:a="http://schemas.openxmlformats.org/drawingml/2006/main">
            <a:rect l="l" t="t" r="r" b="b"/>
            <a:pathLst>
              <a:path w="228600" h="228600">
                <a:moveTo>
                  <a:pt x="31071" y="145980"/>
                </a:moveTo>
                <a:lnTo>
                  <a:pt x="30566" y="146582"/>
                </a:lnTo>
                <a:lnTo>
                  <a:pt x="30112" y="147223"/>
                </a:lnTo>
                <a:lnTo>
                  <a:pt x="29712" y="147899"/>
                </a:lnTo>
                <a:lnTo>
                  <a:pt x="29370" y="148606"/>
                </a:lnTo>
                <a:lnTo>
                  <a:pt x="29087" y="149339"/>
                </a:lnTo>
                <a:lnTo>
                  <a:pt x="28866" y="150093"/>
                </a:lnTo>
                <a:lnTo>
                  <a:pt x="28707" y="150862"/>
                </a:lnTo>
                <a:lnTo>
                  <a:pt x="28612" y="151642"/>
                </a:lnTo>
                <a:lnTo>
                  <a:pt x="28582" y="152427"/>
                </a:lnTo>
                <a:lnTo>
                  <a:pt x="28617" y="153211"/>
                </a:lnTo>
                <a:lnTo>
                  <a:pt x="28716" y="153990"/>
                </a:lnTo>
                <a:lnTo>
                  <a:pt x="28879" y="154759"/>
                </a:lnTo>
                <a:lnTo>
                  <a:pt x="29104" y="155511"/>
                </a:lnTo>
                <a:lnTo>
                  <a:pt x="29391" y="156242"/>
                </a:lnTo>
                <a:lnTo>
                  <a:pt x="29738" y="156947"/>
                </a:lnTo>
                <a:lnTo>
                  <a:pt x="30141" y="157622"/>
                </a:lnTo>
                <a:lnTo>
                  <a:pt x="30598" y="158260"/>
                </a:lnTo>
                <a:lnTo>
                  <a:pt x="31106" y="158859"/>
                </a:lnTo>
                <a:lnTo>
                  <a:pt x="31662" y="159414"/>
                </a:lnTo>
                <a:lnTo>
                  <a:pt x="32262" y="159921"/>
                </a:lnTo>
                <a:lnTo>
                  <a:pt x="32902" y="160377"/>
                </a:lnTo>
                <a:lnTo>
                  <a:pt x="33577" y="160779"/>
                </a:lnTo>
                <a:lnTo>
                  <a:pt x="34283" y="161123"/>
                </a:lnTo>
                <a:lnTo>
                  <a:pt x="35014" y="161409"/>
                </a:lnTo>
                <a:lnTo>
                  <a:pt x="35767" y="161633"/>
                </a:lnTo>
                <a:lnTo>
                  <a:pt x="36536" y="161795"/>
                </a:lnTo>
                <a:lnTo>
                  <a:pt x="37315" y="161892"/>
                </a:lnTo>
                <a:lnTo>
                  <a:pt x="38100" y="161925"/>
                </a:lnTo>
                <a:lnTo>
                  <a:pt x="190500" y="161925"/>
                </a:lnTo>
                <a:lnTo>
                  <a:pt x="191285" y="161893"/>
                </a:lnTo>
                <a:lnTo>
                  <a:pt x="192064" y="161796"/>
                </a:lnTo>
                <a:lnTo>
                  <a:pt x="192833" y="161636"/>
                </a:lnTo>
                <a:lnTo>
                  <a:pt x="193586" y="161412"/>
                </a:lnTo>
                <a:lnTo>
                  <a:pt x="194318" y="161128"/>
                </a:lnTo>
                <a:lnTo>
                  <a:pt x="195024" y="160784"/>
                </a:lnTo>
                <a:lnTo>
                  <a:pt x="195699" y="160383"/>
                </a:lnTo>
                <a:lnTo>
                  <a:pt x="196339" y="159928"/>
                </a:lnTo>
                <a:lnTo>
                  <a:pt x="196940" y="159421"/>
                </a:lnTo>
                <a:lnTo>
                  <a:pt x="197496" y="158867"/>
                </a:lnTo>
                <a:lnTo>
                  <a:pt x="198005" y="158269"/>
                </a:lnTo>
                <a:lnTo>
                  <a:pt x="198463" y="157631"/>
                </a:lnTo>
                <a:lnTo>
                  <a:pt x="198867" y="156958"/>
                </a:lnTo>
                <a:lnTo>
                  <a:pt x="199214" y="156253"/>
                </a:lnTo>
                <a:lnTo>
                  <a:pt x="199502" y="155522"/>
                </a:lnTo>
                <a:lnTo>
                  <a:pt x="199729" y="154770"/>
                </a:lnTo>
                <a:lnTo>
                  <a:pt x="199893" y="154002"/>
                </a:lnTo>
                <a:lnTo>
                  <a:pt x="199993" y="153223"/>
                </a:lnTo>
                <a:lnTo>
                  <a:pt x="200028" y="152439"/>
                </a:lnTo>
                <a:lnTo>
                  <a:pt x="199999" y="151654"/>
                </a:lnTo>
                <a:lnTo>
                  <a:pt x="199905" y="150874"/>
                </a:lnTo>
                <a:lnTo>
                  <a:pt x="199748" y="150105"/>
                </a:lnTo>
                <a:lnTo>
                  <a:pt x="199527" y="149351"/>
                </a:lnTo>
                <a:lnTo>
                  <a:pt x="199245" y="148618"/>
                </a:lnTo>
                <a:lnTo>
                  <a:pt x="198904" y="147910"/>
                </a:lnTo>
                <a:lnTo>
                  <a:pt x="198506" y="147234"/>
                </a:lnTo>
                <a:lnTo>
                  <a:pt x="198053" y="146592"/>
                </a:lnTo>
                <a:lnTo>
                  <a:pt x="197548" y="145990"/>
                </a:lnTo>
                <a:lnTo>
                  <a:pt x="194827" y="143169"/>
                </a:lnTo>
                <a:lnTo>
                  <a:pt x="192114" y="140261"/>
                </a:lnTo>
                <a:lnTo>
                  <a:pt x="189439" y="137205"/>
                </a:lnTo>
                <a:lnTo>
                  <a:pt x="186834" y="133939"/>
                </a:lnTo>
                <a:lnTo>
                  <a:pt x="184330" y="130402"/>
                </a:lnTo>
                <a:lnTo>
                  <a:pt x="181958" y="126532"/>
                </a:lnTo>
                <a:lnTo>
                  <a:pt x="179749" y="122268"/>
                </a:lnTo>
                <a:lnTo>
                  <a:pt x="177733" y="117547"/>
                </a:lnTo>
                <a:lnTo>
                  <a:pt x="175943" y="112309"/>
                </a:lnTo>
                <a:lnTo>
                  <a:pt x="174408" y="106492"/>
                </a:lnTo>
                <a:lnTo>
                  <a:pt x="173160" y="100034"/>
                </a:lnTo>
                <a:lnTo>
                  <a:pt x="172231" y="92874"/>
                </a:lnTo>
                <a:lnTo>
                  <a:pt x="171650" y="84950"/>
                </a:lnTo>
                <a:lnTo>
                  <a:pt x="171450" y="76200"/>
                </a:lnTo>
                <a:lnTo>
                  <a:pt x="171255" y="71481"/>
                </a:lnTo>
                <a:lnTo>
                  <a:pt x="170671" y="66793"/>
                </a:lnTo>
                <a:lnTo>
                  <a:pt x="169701" y="62171"/>
                </a:lnTo>
                <a:lnTo>
                  <a:pt x="168353" y="57643"/>
                </a:lnTo>
                <a:lnTo>
                  <a:pt x="166636" y="53243"/>
                </a:lnTo>
                <a:lnTo>
                  <a:pt x="164562" y="49000"/>
                </a:lnTo>
                <a:lnTo>
                  <a:pt x="162144" y="44942"/>
                </a:lnTo>
                <a:lnTo>
                  <a:pt x="159399" y="41098"/>
                </a:lnTo>
                <a:lnTo>
                  <a:pt x="156347" y="37493"/>
                </a:lnTo>
                <a:lnTo>
                  <a:pt x="153007" y="34153"/>
                </a:lnTo>
                <a:lnTo>
                  <a:pt x="149402" y="31101"/>
                </a:lnTo>
                <a:lnTo>
                  <a:pt x="145558" y="28356"/>
                </a:lnTo>
                <a:lnTo>
                  <a:pt x="141500" y="25938"/>
                </a:lnTo>
                <a:lnTo>
                  <a:pt x="137257" y="23864"/>
                </a:lnTo>
                <a:lnTo>
                  <a:pt x="132857" y="22147"/>
                </a:lnTo>
                <a:lnTo>
                  <a:pt x="128329" y="20799"/>
                </a:lnTo>
                <a:lnTo>
                  <a:pt x="123707" y="19829"/>
                </a:lnTo>
                <a:lnTo>
                  <a:pt x="119019" y="19245"/>
                </a:lnTo>
                <a:lnTo>
                  <a:pt x="114300" y="19050"/>
                </a:lnTo>
                <a:lnTo>
                  <a:pt x="109581" y="19245"/>
                </a:lnTo>
                <a:lnTo>
                  <a:pt x="104893" y="19829"/>
                </a:lnTo>
                <a:lnTo>
                  <a:pt x="100271" y="20799"/>
                </a:lnTo>
                <a:lnTo>
                  <a:pt x="95743" y="22147"/>
                </a:lnTo>
                <a:lnTo>
                  <a:pt x="91343" y="23864"/>
                </a:lnTo>
                <a:lnTo>
                  <a:pt x="87100" y="25938"/>
                </a:lnTo>
                <a:lnTo>
                  <a:pt x="83042" y="28356"/>
                </a:lnTo>
                <a:lnTo>
                  <a:pt x="79198" y="31101"/>
                </a:lnTo>
                <a:lnTo>
                  <a:pt x="75593" y="34153"/>
                </a:lnTo>
                <a:lnTo>
                  <a:pt x="72253" y="37493"/>
                </a:lnTo>
                <a:lnTo>
                  <a:pt x="69201" y="41098"/>
                </a:lnTo>
                <a:lnTo>
                  <a:pt x="66456" y="44942"/>
                </a:lnTo>
                <a:lnTo>
                  <a:pt x="64038" y="49000"/>
                </a:lnTo>
                <a:lnTo>
                  <a:pt x="61964" y="53243"/>
                </a:lnTo>
                <a:lnTo>
                  <a:pt x="60247" y="57643"/>
                </a:lnTo>
                <a:lnTo>
                  <a:pt x="58899" y="62171"/>
                </a:lnTo>
                <a:lnTo>
                  <a:pt x="57929" y="66793"/>
                </a:lnTo>
                <a:lnTo>
                  <a:pt x="57345" y="71481"/>
                </a:lnTo>
                <a:lnTo>
                  <a:pt x="57150" y="76200"/>
                </a:lnTo>
                <a:lnTo>
                  <a:pt x="56949" y="84950"/>
                </a:lnTo>
                <a:lnTo>
                  <a:pt x="56369" y="92874"/>
                </a:lnTo>
                <a:lnTo>
                  <a:pt x="55439" y="100034"/>
                </a:lnTo>
                <a:lnTo>
                  <a:pt x="54191" y="106492"/>
                </a:lnTo>
                <a:lnTo>
                  <a:pt x="52656" y="112309"/>
                </a:lnTo>
                <a:lnTo>
                  <a:pt x="50865" y="117546"/>
                </a:lnTo>
                <a:lnTo>
                  <a:pt x="48850" y="122266"/>
                </a:lnTo>
                <a:lnTo>
                  <a:pt x="46642" y="126530"/>
                </a:lnTo>
                <a:lnTo>
                  <a:pt x="44271" y="130400"/>
                </a:lnTo>
                <a:lnTo>
                  <a:pt x="41768" y="133936"/>
                </a:lnTo>
                <a:lnTo>
                  <a:pt x="39166" y="137200"/>
                </a:lnTo>
                <a:lnTo>
                  <a:pt x="36495" y="140255"/>
                </a:lnTo>
                <a:lnTo>
                  <a:pt x="33786" y="143161"/>
                </a:lnTo>
                <a:lnTo>
                  <a:pt x="31071" y="145980"/>
                </a:lnTo>
              </a:path>
            </a:pathLst>
          </a:custGeom>
          <a:noFill xmlns:a="http://schemas.openxmlformats.org/drawingml/2006/main"/>
          <a:ln xmlns:a="http://schemas.openxmlformats.org/drawingml/2006/main" w="16525" cap="flat" cmpd="sng">
            <a:solidFill>
              <a:srgbClr val="073DD0"/>
            </a:solidFill>
            <a:prstDash val="solid"/>
            <a:round/>
            <a:headEnd type="none" w="sm" len="sm"/>
            <a:tailEnd type="none" w="sm" len="sm"/>
          </a:ln>
        </p:spPr>
      </p:sp>
      <p:sp>
        <p:nvSpPr>
          <p:cNvPr id="317" name="Google Shape;317;p4">
            <a:extLst xmlns:a="http://schemas.openxmlformats.org/drawingml/2006/main">
              <a:ext uri="{FF2B5EF4-FFF2-40B4-BE49-F238E27FC236}">
                <a16:creationId xmlns:a16="http://schemas.microsoft.com/office/drawing/2014/main" id="{7DA885F6-1E55-461E-9C2B-CA1E076C3A20}"/>
              </a:ext>
            </a:extLst>
          </p:cNvPr>
          <p:cNvSpPr>
            <a:spLocks xmlns:a="http://schemas.openxmlformats.org/drawingml/2006/main" noGrp="1"/>
          </p:cNvSpPr>
          <p:nvPr/>
        </p:nvSpPr>
        <p:spPr>
          <a:xfrm xmlns:a="http://schemas.openxmlformats.org/drawingml/2006/main">
            <a:off x="6521125" y="2152167"/>
            <a:ext cx="7044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48"/>
              <a:buFont typeface="Arial"/>
              <a:buNone/>
            </a:pPr>
            <a:r>
              <a:rPr sz="748" b="0" i="0" u="none" strike="noStrike" cap="none">
                <a:solidFill>
                  <a:srgbClr val="073DD0"/>
                </a:solidFill>
                <a:latin typeface="Arial Narrow"/>
                <a:ea typeface="Arial Narrow"/>
                <a:cs typeface="Arial Narrow"/>
              </a:rPr>
              <a:t>Delivery: planned</a:t>
            </a:r>
            <a:endParaRPr sz="900" b="0" i="0" u="none" strike="noStrike" cap="none">
              <a:solidFill>
                <a:srgbClr val="000000"/>
              </a:solidFill>
              <a:latin typeface="Arial"/>
              <a:ea typeface="Arial"/>
              <a:cs typeface="Arial"/>
            </a:endParaRPr>
          </a:p>
        </p:txBody>
      </p:sp>
      <p:sp>
        <p:nvSpPr>
          <p:cNvPr id="318" name="Google Shape;318;p4">
            <a:extLst xmlns:a="http://schemas.openxmlformats.org/drawingml/2006/main">
              <a:ext uri="{FF2B5EF4-FFF2-40B4-BE49-F238E27FC236}">
                <a16:creationId xmlns:a16="http://schemas.microsoft.com/office/drawing/2014/main" id="{1587D8E0-C826-48A7-815B-1E03066BA75E}"/>
              </a:ext>
            </a:extLst>
          </p:cNvPr>
          <p:cNvSpPr>
            <a:spLocks xmlns:a="http://schemas.openxmlformats.org/drawingml/2006/main" noGrp="1"/>
          </p:cNvSpPr>
          <p:nvPr/>
        </p:nvSpPr>
        <p:spPr>
          <a:xfrm xmlns:a="http://schemas.openxmlformats.org/drawingml/2006/main">
            <a:off x="6312862" y="2556444"/>
            <a:ext cx="551100" cy="937500"/>
          </a:xfrm>
          <a:prstGeom xmlns:a="http://schemas.openxmlformats.org/drawingml/2006/main" prst="roundRect">
            <a:avLst>
              <a:gd name="adj" fmla="val 1667"/>
            </a:avLst>
          </a:prstGeom>
          <a:solidFill xmlns:a="http://schemas.openxmlformats.org/drawingml/2006/main">
            <a:srgbClr val="244866"/>
          </a:solidFill>
          <a:ln xmlns:a="http://schemas.openxmlformats.org/drawingml/2006/main" w="9525" cap="flat" cmpd="sng">
            <a:solidFill>
              <a:srgbClr val="17395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19" name="Google Shape;319;p4">
            <a:extLst xmlns:a="http://schemas.openxmlformats.org/drawingml/2006/main">
              <a:ext uri="{FF2B5EF4-FFF2-40B4-BE49-F238E27FC236}">
                <a16:creationId xmlns:a16="http://schemas.microsoft.com/office/drawing/2014/main" id="{2F53D3A4-7506-43A7-984D-732B2B68C8DE}"/>
              </a:ext>
            </a:extLst>
          </p:cNvPr>
          <p:cNvSpPr>
            <a:spLocks xmlns:a="http://schemas.openxmlformats.org/drawingml/2006/main" noGrp="1"/>
          </p:cNvSpPr>
          <p:nvPr/>
        </p:nvSpPr>
        <p:spPr>
          <a:xfrm xmlns:a="http://schemas.openxmlformats.org/drawingml/2006/main">
            <a:off x="6355740" y="2599322"/>
            <a:ext cx="465600" cy="833100"/>
          </a:xfrm>
          <a:prstGeom xmlns:a="http://schemas.openxmlformats.org/drawingml/2006/main" prst="roundRect">
            <a:avLst>
              <a:gd name="adj" fmla="val 1974"/>
            </a:avLst>
          </a:prstGeom>
          <a:solidFill xmlns:a="http://schemas.openxmlformats.org/drawingml/2006/main">
            <a:srgbClr val="FFFFFF"/>
          </a:solidFill>
          <a:ln xmlns:a="http://schemas.openxmlformats.org/drawingml/2006/main" w="9525" cap="flat" cmpd="sng">
            <a:solidFill>
              <a:srgbClr val="FFFFFF"/>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0" name="Google Shape;320;p4">
            <a:extLst xmlns:a="http://schemas.openxmlformats.org/drawingml/2006/main">
              <a:ext uri="{FF2B5EF4-FFF2-40B4-BE49-F238E27FC236}">
                <a16:creationId xmlns:a16="http://schemas.microsoft.com/office/drawing/2014/main" id="{4FCB3199-A8E8-4369-A678-6F2AAECACFC6}"/>
              </a:ext>
            </a:extLst>
          </p:cNvPr>
          <p:cNvSpPr>
            <a:spLocks xmlns:a="http://schemas.openxmlformats.org/drawingml/2006/main" noGrp="1"/>
          </p:cNvSpPr>
          <p:nvPr/>
        </p:nvSpPr>
        <p:spPr>
          <a:xfrm xmlns:a="http://schemas.openxmlformats.org/drawingml/2006/main">
            <a:off x="6502749" y="2580945"/>
            <a:ext cx="177600" cy="30600"/>
          </a:xfrm>
          <a:prstGeom xmlns:a="http://schemas.openxmlformats.org/drawingml/2006/main" prst="roundRect">
            <a:avLst>
              <a:gd name="adj" fmla="val 40000"/>
            </a:avLst>
          </a:prstGeom>
          <a:solidFill xmlns:a="http://schemas.openxmlformats.org/drawingml/2006/main">
            <a:srgbClr val="173950"/>
          </a:solidFill>
          <a:ln xmlns:a="http://schemas.openxmlformats.org/drawingml/2006/main" w="9525" cap="flat" cmpd="sng">
            <a:solidFill>
              <a:srgbClr val="17395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1" name="Google Shape;321;p4">
            <a:extLst xmlns:a="http://schemas.openxmlformats.org/drawingml/2006/main">
              <a:ext uri="{FF2B5EF4-FFF2-40B4-BE49-F238E27FC236}">
                <a16:creationId xmlns:a16="http://schemas.microsoft.com/office/drawing/2014/main" id="{CB690F46-78D8-43FD-96C1-D7177039B78B}"/>
              </a:ext>
            </a:extLst>
          </p:cNvPr>
          <p:cNvSpPr>
            <a:spLocks xmlns:a="http://schemas.openxmlformats.org/drawingml/2006/main" noGrp="1"/>
          </p:cNvSpPr>
          <p:nvPr/>
        </p:nvSpPr>
        <p:spPr>
          <a:xfrm xmlns:a="http://schemas.openxmlformats.org/drawingml/2006/main">
            <a:off x="6416994" y="2740206"/>
            <a:ext cx="336900" cy="129000"/>
          </a:xfrm>
          <a:prstGeom xmlns:a="http://schemas.openxmlformats.org/drawingml/2006/main" prst="ellipse">
            <a:avLst/>
          </a:prstGeom>
          <a:noFill xmlns:a="http://schemas.openxmlformats.org/drawingml/2006/main"/>
          <a:ln xmlns:a="http://schemas.openxmlformats.org/drawingml/2006/main" w="12875" cap="flat" cmpd="sng">
            <a:solidFill>
              <a:srgbClr val="05A9E7"/>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2" name="Google Shape;322;p4">
            <a:extLst xmlns:a="http://schemas.openxmlformats.org/drawingml/2006/main">
              <a:ext uri="{FF2B5EF4-FFF2-40B4-BE49-F238E27FC236}">
                <a16:creationId xmlns:a16="http://schemas.microsoft.com/office/drawing/2014/main" id="{3FCBD70B-6D2C-4881-ADE0-AA907DA957F0}"/>
              </a:ext>
            </a:extLst>
          </p:cNvPr>
          <p:cNvSpPr>
            <a:spLocks xmlns:a="http://schemas.openxmlformats.org/drawingml/2006/main" noGrp="1"/>
          </p:cNvSpPr>
          <p:nvPr/>
        </p:nvSpPr>
        <p:spPr>
          <a:xfrm xmlns:a="http://schemas.openxmlformats.org/drawingml/2006/main" rot="3600489">
            <a:off x="6416926" y="2740009"/>
            <a:ext cx="336683" cy="128749"/>
          </a:xfrm>
          <a:prstGeom xmlns:a="http://schemas.openxmlformats.org/drawingml/2006/main" prst="ellipse">
            <a:avLst/>
          </a:prstGeom>
          <a:noFill xmlns:a="http://schemas.openxmlformats.org/drawingml/2006/main"/>
          <a:ln xmlns:a="http://schemas.openxmlformats.org/drawingml/2006/main" w="12875" cap="flat" cmpd="sng">
            <a:solidFill>
              <a:srgbClr val="05A9E7"/>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3" name="Google Shape;323;p4">
            <a:extLst xmlns:a="http://schemas.openxmlformats.org/drawingml/2006/main">
              <a:ext uri="{FF2B5EF4-FFF2-40B4-BE49-F238E27FC236}">
                <a16:creationId xmlns:a16="http://schemas.microsoft.com/office/drawing/2014/main" id="{58DC0919-F4AF-4C65-995D-AF03E004C3AB}"/>
              </a:ext>
            </a:extLst>
          </p:cNvPr>
          <p:cNvSpPr>
            <a:spLocks xmlns:a="http://schemas.openxmlformats.org/drawingml/2006/main" noGrp="1"/>
          </p:cNvSpPr>
          <p:nvPr/>
        </p:nvSpPr>
        <p:spPr>
          <a:xfrm xmlns:a="http://schemas.openxmlformats.org/drawingml/2006/main" rot="7199511">
            <a:off x="6417074" y="2740126"/>
            <a:ext cx="336683" cy="128749"/>
          </a:xfrm>
          <a:prstGeom xmlns:a="http://schemas.openxmlformats.org/drawingml/2006/main" prst="ellipse">
            <a:avLst/>
          </a:prstGeom>
          <a:noFill xmlns:a="http://schemas.openxmlformats.org/drawingml/2006/main"/>
          <a:ln xmlns:a="http://schemas.openxmlformats.org/drawingml/2006/main" w="12875" cap="flat" cmpd="sng">
            <a:solidFill>
              <a:srgbClr val="05A9E7"/>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4" name="Google Shape;324;p4">
            <a:extLst xmlns:a="http://schemas.openxmlformats.org/drawingml/2006/main">
              <a:ext uri="{FF2B5EF4-FFF2-40B4-BE49-F238E27FC236}">
                <a16:creationId xmlns:a16="http://schemas.microsoft.com/office/drawing/2014/main" id="{8BB2393F-616C-4B36-B61A-6EF31C7A47F7}"/>
              </a:ext>
            </a:extLst>
          </p:cNvPr>
          <p:cNvSpPr>
            <a:spLocks xmlns:a="http://schemas.openxmlformats.org/drawingml/2006/main" noGrp="1"/>
          </p:cNvSpPr>
          <p:nvPr/>
        </p:nvSpPr>
        <p:spPr>
          <a:xfrm xmlns:a="http://schemas.openxmlformats.org/drawingml/2006/main">
            <a:off x="6564003" y="2783084"/>
            <a:ext cx="42900" cy="42900"/>
          </a:xfrm>
          <a:prstGeom xmlns:a="http://schemas.openxmlformats.org/drawingml/2006/main" prst="ellipse">
            <a:avLst/>
          </a:prstGeom>
          <a:solidFill xmlns:a="http://schemas.openxmlformats.org/drawingml/2006/main">
            <a:srgbClr val="05A9E7"/>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25" name="Google Shape;325;p4">
            <a:extLst xmlns:a="http://schemas.openxmlformats.org/drawingml/2006/main">
              <a:ext uri="{FF2B5EF4-FFF2-40B4-BE49-F238E27FC236}">
                <a16:creationId xmlns:a16="http://schemas.microsoft.com/office/drawing/2014/main" id="{3A707585-F140-489A-868D-1F0555CA250B}"/>
              </a:ext>
            </a:extLst>
          </p:cNvPr>
          <p:cNvSpPr>
            <a:spLocks xmlns:a="http://schemas.openxmlformats.org/drawingml/2006/main" noGrp="1"/>
          </p:cNvSpPr>
          <p:nvPr/>
        </p:nvSpPr>
        <p:spPr>
          <a:xfrm xmlns:a="http://schemas.openxmlformats.org/drawingml/2006/main">
            <a:off x="6496624" y="2997473"/>
            <a:ext cx="183452" cy="195453"/>
          </a:xfrm>
          <a:custGeom xmlns:a="http://schemas.openxmlformats.org/drawingml/2006/main">
            <a:rect l="l" t="t" r="r" b="b"/>
            <a:pathLst>
              <a:path w="228600" h="228600">
                <a:moveTo>
                  <a:pt x="114300" y="209550"/>
                </a:moveTo>
                <a:lnTo>
                  <a:pt x="115272" y="208530"/>
                </a:lnTo>
                <a:lnTo>
                  <a:pt x="117993" y="205590"/>
                </a:lnTo>
                <a:lnTo>
                  <a:pt x="122173" y="200909"/>
                </a:lnTo>
                <a:lnTo>
                  <a:pt x="127518" y="194665"/>
                </a:lnTo>
                <a:lnTo>
                  <a:pt x="133739" y="187039"/>
                </a:lnTo>
                <a:lnTo>
                  <a:pt x="140542" y="178209"/>
                </a:lnTo>
                <a:lnTo>
                  <a:pt x="147638" y="168354"/>
                </a:lnTo>
                <a:lnTo>
                  <a:pt x="154733" y="157654"/>
                </a:lnTo>
                <a:lnTo>
                  <a:pt x="161536" y="146287"/>
                </a:lnTo>
                <a:lnTo>
                  <a:pt x="167757" y="134433"/>
                </a:lnTo>
                <a:lnTo>
                  <a:pt x="173102" y="122271"/>
                </a:lnTo>
                <a:lnTo>
                  <a:pt x="177282" y="109979"/>
                </a:lnTo>
                <a:lnTo>
                  <a:pt x="180003" y="97737"/>
                </a:lnTo>
                <a:lnTo>
                  <a:pt x="180975" y="85725"/>
                </a:lnTo>
                <a:lnTo>
                  <a:pt x="180747" y="80219"/>
                </a:lnTo>
                <a:lnTo>
                  <a:pt x="180066" y="74751"/>
                </a:lnTo>
                <a:lnTo>
                  <a:pt x="178935" y="69357"/>
                </a:lnTo>
                <a:lnTo>
                  <a:pt x="177362" y="64076"/>
                </a:lnTo>
                <a:lnTo>
                  <a:pt x="175359" y="58942"/>
                </a:lnTo>
                <a:lnTo>
                  <a:pt x="172939" y="53991"/>
                </a:lnTo>
                <a:lnTo>
                  <a:pt x="170118" y="49257"/>
                </a:lnTo>
                <a:lnTo>
                  <a:pt x="166916" y="44772"/>
                </a:lnTo>
                <a:lnTo>
                  <a:pt x="163354" y="40567"/>
                </a:lnTo>
                <a:lnTo>
                  <a:pt x="159458" y="36671"/>
                </a:lnTo>
                <a:lnTo>
                  <a:pt x="155253" y="33109"/>
                </a:lnTo>
                <a:lnTo>
                  <a:pt x="150768" y="29907"/>
                </a:lnTo>
                <a:lnTo>
                  <a:pt x="146034" y="27086"/>
                </a:lnTo>
                <a:lnTo>
                  <a:pt x="141083" y="24666"/>
                </a:lnTo>
                <a:lnTo>
                  <a:pt x="135949" y="22663"/>
                </a:lnTo>
                <a:lnTo>
                  <a:pt x="130668" y="21090"/>
                </a:lnTo>
                <a:lnTo>
                  <a:pt x="125274" y="19959"/>
                </a:lnTo>
                <a:lnTo>
                  <a:pt x="119806" y="19278"/>
                </a:lnTo>
                <a:lnTo>
                  <a:pt x="114300" y="19050"/>
                </a:lnTo>
                <a:lnTo>
                  <a:pt x="108794" y="19278"/>
                </a:lnTo>
                <a:lnTo>
                  <a:pt x="103326" y="19959"/>
                </a:lnTo>
                <a:lnTo>
                  <a:pt x="97932" y="21090"/>
                </a:lnTo>
                <a:lnTo>
                  <a:pt x="92651" y="22663"/>
                </a:lnTo>
                <a:lnTo>
                  <a:pt x="87517" y="24666"/>
                </a:lnTo>
                <a:lnTo>
                  <a:pt x="82566" y="27086"/>
                </a:lnTo>
                <a:lnTo>
                  <a:pt x="77832" y="29907"/>
                </a:lnTo>
                <a:lnTo>
                  <a:pt x="73347" y="33109"/>
                </a:lnTo>
                <a:lnTo>
                  <a:pt x="69142" y="36671"/>
                </a:lnTo>
                <a:lnTo>
                  <a:pt x="65246" y="40567"/>
                </a:lnTo>
                <a:lnTo>
                  <a:pt x="61684" y="44772"/>
                </a:lnTo>
                <a:lnTo>
                  <a:pt x="58482" y="49257"/>
                </a:lnTo>
                <a:lnTo>
                  <a:pt x="55661" y="53991"/>
                </a:lnTo>
                <a:lnTo>
                  <a:pt x="53241" y="58942"/>
                </a:lnTo>
                <a:lnTo>
                  <a:pt x="51238" y="64076"/>
                </a:lnTo>
                <a:lnTo>
                  <a:pt x="49665" y="69357"/>
                </a:lnTo>
                <a:lnTo>
                  <a:pt x="48534" y="74751"/>
                </a:lnTo>
                <a:lnTo>
                  <a:pt x="47853" y="80219"/>
                </a:lnTo>
                <a:lnTo>
                  <a:pt x="47625" y="85725"/>
                </a:lnTo>
                <a:lnTo>
                  <a:pt x="48597" y="97737"/>
                </a:lnTo>
                <a:lnTo>
                  <a:pt x="51318" y="109979"/>
                </a:lnTo>
                <a:lnTo>
                  <a:pt x="55498" y="122271"/>
                </a:lnTo>
                <a:lnTo>
                  <a:pt x="60843" y="134433"/>
                </a:lnTo>
                <a:lnTo>
                  <a:pt x="67064" y="146287"/>
                </a:lnTo>
                <a:lnTo>
                  <a:pt x="73867" y="157654"/>
                </a:lnTo>
                <a:lnTo>
                  <a:pt x="80963" y="168354"/>
                </a:lnTo>
                <a:lnTo>
                  <a:pt x="88058" y="178209"/>
                </a:lnTo>
                <a:lnTo>
                  <a:pt x="94861" y="187039"/>
                </a:lnTo>
                <a:lnTo>
                  <a:pt x="101082" y="194665"/>
                </a:lnTo>
                <a:lnTo>
                  <a:pt x="106427" y="200909"/>
                </a:lnTo>
                <a:lnTo>
                  <a:pt x="110607" y="205590"/>
                </a:lnTo>
                <a:lnTo>
                  <a:pt x="113328" y="208530"/>
                </a:lnTo>
                <a:lnTo>
                  <a:pt x="114300" y="209550"/>
                </a:lnTo>
                <a:close/>
                <a:moveTo>
                  <a:pt x="114300" y="57150"/>
                </a:moveTo>
                <a:lnTo>
                  <a:pt x="111940" y="57248"/>
                </a:lnTo>
                <a:lnTo>
                  <a:pt x="109597" y="57540"/>
                </a:lnTo>
                <a:lnTo>
                  <a:pt x="107285" y="58024"/>
                </a:lnTo>
                <a:lnTo>
                  <a:pt x="105022" y="58698"/>
                </a:lnTo>
                <a:lnTo>
                  <a:pt x="102822" y="59557"/>
                </a:lnTo>
                <a:lnTo>
                  <a:pt x="100700" y="60594"/>
                </a:lnTo>
                <a:lnTo>
                  <a:pt x="98671" y="61803"/>
                </a:lnTo>
                <a:lnTo>
                  <a:pt x="96749" y="63175"/>
                </a:lnTo>
                <a:lnTo>
                  <a:pt x="94947" y="64702"/>
                </a:lnTo>
                <a:lnTo>
                  <a:pt x="93277" y="66372"/>
                </a:lnTo>
                <a:lnTo>
                  <a:pt x="91750" y="68174"/>
                </a:lnTo>
                <a:lnTo>
                  <a:pt x="90378" y="70096"/>
                </a:lnTo>
                <a:lnTo>
                  <a:pt x="89169" y="72125"/>
                </a:lnTo>
                <a:lnTo>
                  <a:pt x="88132" y="74247"/>
                </a:lnTo>
                <a:lnTo>
                  <a:pt x="87273" y="76447"/>
                </a:lnTo>
                <a:lnTo>
                  <a:pt x="86599" y="78710"/>
                </a:lnTo>
                <a:lnTo>
                  <a:pt x="86115" y="81022"/>
                </a:lnTo>
                <a:lnTo>
                  <a:pt x="85823" y="83365"/>
                </a:lnTo>
                <a:lnTo>
                  <a:pt x="85725" y="85725"/>
                </a:lnTo>
                <a:lnTo>
                  <a:pt x="85823" y="88085"/>
                </a:lnTo>
                <a:lnTo>
                  <a:pt x="86115" y="90428"/>
                </a:lnTo>
                <a:lnTo>
                  <a:pt x="86599" y="92740"/>
                </a:lnTo>
                <a:lnTo>
                  <a:pt x="87273" y="95003"/>
                </a:lnTo>
                <a:lnTo>
                  <a:pt x="88132" y="97203"/>
                </a:lnTo>
                <a:lnTo>
                  <a:pt x="89169" y="99325"/>
                </a:lnTo>
                <a:lnTo>
                  <a:pt x="90378" y="101354"/>
                </a:lnTo>
                <a:lnTo>
                  <a:pt x="91750" y="103276"/>
                </a:lnTo>
                <a:lnTo>
                  <a:pt x="93277" y="105078"/>
                </a:lnTo>
                <a:lnTo>
                  <a:pt x="94947" y="106748"/>
                </a:lnTo>
                <a:lnTo>
                  <a:pt x="96749" y="108275"/>
                </a:lnTo>
                <a:lnTo>
                  <a:pt x="98671" y="109647"/>
                </a:lnTo>
                <a:lnTo>
                  <a:pt x="100700" y="110856"/>
                </a:lnTo>
                <a:lnTo>
                  <a:pt x="102822" y="111893"/>
                </a:lnTo>
                <a:lnTo>
                  <a:pt x="105022" y="112752"/>
                </a:lnTo>
                <a:lnTo>
                  <a:pt x="107285" y="113426"/>
                </a:lnTo>
                <a:lnTo>
                  <a:pt x="109597" y="113910"/>
                </a:lnTo>
                <a:lnTo>
                  <a:pt x="111940" y="114202"/>
                </a:lnTo>
                <a:lnTo>
                  <a:pt x="114300" y="114300"/>
                </a:lnTo>
                <a:lnTo>
                  <a:pt x="116660" y="114202"/>
                </a:lnTo>
                <a:lnTo>
                  <a:pt x="119003" y="113910"/>
                </a:lnTo>
                <a:lnTo>
                  <a:pt x="121315" y="113426"/>
                </a:lnTo>
                <a:lnTo>
                  <a:pt x="123578" y="112752"/>
                </a:lnTo>
                <a:lnTo>
                  <a:pt x="125778" y="111893"/>
                </a:lnTo>
                <a:lnTo>
                  <a:pt x="127900" y="110856"/>
                </a:lnTo>
                <a:lnTo>
                  <a:pt x="129929" y="109647"/>
                </a:lnTo>
                <a:lnTo>
                  <a:pt x="131851" y="108275"/>
                </a:lnTo>
                <a:lnTo>
                  <a:pt x="133653" y="106748"/>
                </a:lnTo>
                <a:lnTo>
                  <a:pt x="135323" y="105078"/>
                </a:lnTo>
                <a:lnTo>
                  <a:pt x="136850" y="103276"/>
                </a:lnTo>
                <a:lnTo>
                  <a:pt x="138222" y="101354"/>
                </a:lnTo>
                <a:lnTo>
                  <a:pt x="139431" y="99325"/>
                </a:lnTo>
                <a:lnTo>
                  <a:pt x="140468" y="97203"/>
                </a:lnTo>
                <a:lnTo>
                  <a:pt x="141327" y="95003"/>
                </a:lnTo>
                <a:lnTo>
                  <a:pt x="142001" y="92740"/>
                </a:lnTo>
                <a:lnTo>
                  <a:pt x="142485" y="90428"/>
                </a:lnTo>
                <a:lnTo>
                  <a:pt x="142777" y="88085"/>
                </a:lnTo>
                <a:lnTo>
                  <a:pt x="142875" y="85725"/>
                </a:lnTo>
                <a:lnTo>
                  <a:pt x="142777" y="83365"/>
                </a:lnTo>
                <a:lnTo>
                  <a:pt x="142485" y="81022"/>
                </a:lnTo>
                <a:lnTo>
                  <a:pt x="142001" y="78710"/>
                </a:lnTo>
                <a:lnTo>
                  <a:pt x="141327" y="76447"/>
                </a:lnTo>
                <a:lnTo>
                  <a:pt x="140468" y="74247"/>
                </a:lnTo>
                <a:lnTo>
                  <a:pt x="139431" y="72125"/>
                </a:lnTo>
                <a:lnTo>
                  <a:pt x="138222" y="70096"/>
                </a:lnTo>
                <a:lnTo>
                  <a:pt x="136850" y="68174"/>
                </a:lnTo>
                <a:lnTo>
                  <a:pt x="135323" y="66372"/>
                </a:lnTo>
                <a:lnTo>
                  <a:pt x="133653" y="64702"/>
                </a:lnTo>
                <a:lnTo>
                  <a:pt x="131851" y="63175"/>
                </a:lnTo>
                <a:lnTo>
                  <a:pt x="129929" y="61803"/>
                </a:lnTo>
                <a:lnTo>
                  <a:pt x="127900" y="60594"/>
                </a:lnTo>
                <a:lnTo>
                  <a:pt x="125778" y="59557"/>
                </a:lnTo>
                <a:lnTo>
                  <a:pt x="123578" y="58698"/>
                </a:lnTo>
                <a:lnTo>
                  <a:pt x="121315" y="58024"/>
                </a:lnTo>
                <a:lnTo>
                  <a:pt x="119003" y="57540"/>
                </a:lnTo>
                <a:lnTo>
                  <a:pt x="116660" y="57248"/>
                </a:lnTo>
                <a:lnTo>
                  <a:pt x="114300" y="57150"/>
                </a:lnTo>
                <a:close/>
              </a:path>
            </a:pathLst>
          </a:custGeom>
          <a:solidFill xmlns:a="http://schemas.openxmlformats.org/drawingml/2006/main">
            <a:srgbClr val="FF1018"/>
          </a:solidFill>
          <a:ln xmlns:a="http://schemas.openxmlformats.org/drawingml/2006/main">
            <a:noFill/>
          </a:ln>
        </p:spPr>
      </p:sp>
      <p:sp>
        <p:nvSpPr>
          <p:cNvPr id="326" name="Google Shape;326;p4">
            <a:extLst xmlns:a="http://schemas.openxmlformats.org/drawingml/2006/main">
              <a:ext uri="{FF2B5EF4-FFF2-40B4-BE49-F238E27FC236}">
                <a16:creationId xmlns:a16="http://schemas.microsoft.com/office/drawing/2014/main" id="{90408F7E-AC11-47B7-A981-3B7BB262125A}"/>
              </a:ext>
            </a:extLst>
          </p:cNvPr>
          <p:cNvSpPr>
            <a:spLocks xmlns:a="http://schemas.openxmlformats.org/drawingml/2006/main" noGrp="1"/>
          </p:cNvSpPr>
          <p:nvPr/>
        </p:nvSpPr>
        <p:spPr>
          <a:xfrm xmlns:a="http://schemas.openxmlformats.org/drawingml/2006/main">
            <a:off x="6508874" y="3224113"/>
            <a:ext cx="165164" cy="177736"/>
          </a:xfrm>
          <a:custGeom xmlns:a="http://schemas.openxmlformats.org/drawingml/2006/main">
            <a:rect l="l" t="t" r="r" b="b"/>
            <a:pathLst>
              <a:path w="228600" h="228600">
                <a:moveTo>
                  <a:pt x="97803" y="200025"/>
                </a:moveTo>
                <a:lnTo>
                  <a:pt x="98623" y="201322"/>
                </a:lnTo>
                <a:lnTo>
                  <a:pt x="99544" y="202548"/>
                </a:lnTo>
                <a:lnTo>
                  <a:pt x="100562" y="203696"/>
                </a:lnTo>
                <a:lnTo>
                  <a:pt x="101668" y="204759"/>
                </a:lnTo>
                <a:lnTo>
                  <a:pt x="102856" y="205729"/>
                </a:lnTo>
                <a:lnTo>
                  <a:pt x="104119" y="206600"/>
                </a:lnTo>
                <a:lnTo>
                  <a:pt x="105447" y="207367"/>
                </a:lnTo>
                <a:lnTo>
                  <a:pt x="106833" y="208025"/>
                </a:lnTo>
                <a:lnTo>
                  <a:pt x="108268" y="208569"/>
                </a:lnTo>
                <a:lnTo>
                  <a:pt x="109741" y="208996"/>
                </a:lnTo>
                <a:lnTo>
                  <a:pt x="111244" y="209302"/>
                </a:lnTo>
                <a:lnTo>
                  <a:pt x="112767" y="209487"/>
                </a:lnTo>
                <a:lnTo>
                  <a:pt x="114300" y="209549"/>
                </a:lnTo>
                <a:lnTo>
                  <a:pt x="115833" y="209487"/>
                </a:lnTo>
                <a:lnTo>
                  <a:pt x="117356" y="209302"/>
                </a:lnTo>
                <a:lnTo>
                  <a:pt x="118859" y="208996"/>
                </a:lnTo>
                <a:lnTo>
                  <a:pt x="120332" y="208569"/>
                </a:lnTo>
                <a:lnTo>
                  <a:pt x="121767" y="208025"/>
                </a:lnTo>
                <a:lnTo>
                  <a:pt x="123153" y="207367"/>
                </a:lnTo>
                <a:lnTo>
                  <a:pt x="124481" y="206600"/>
                </a:lnTo>
                <a:lnTo>
                  <a:pt x="125744" y="205729"/>
                </a:lnTo>
                <a:lnTo>
                  <a:pt x="126932" y="204759"/>
                </a:lnTo>
                <a:lnTo>
                  <a:pt x="128038" y="203696"/>
                </a:lnTo>
                <a:lnTo>
                  <a:pt x="129056" y="202548"/>
                </a:lnTo>
                <a:lnTo>
                  <a:pt x="129977" y="201322"/>
                </a:lnTo>
                <a:lnTo>
                  <a:pt x="130797" y="200025"/>
                </a:lnTo>
              </a:path>
            </a:pathLst>
          </a:custGeom>
          <a:noFill xmlns:a="http://schemas.openxmlformats.org/drawingml/2006/main"/>
          <a:ln xmlns:a="http://schemas.openxmlformats.org/drawingml/2006/main" w="16525" cap="flat" cmpd="sng">
            <a:solidFill>
              <a:srgbClr val="F6B500"/>
            </a:solidFill>
            <a:prstDash val="solid"/>
            <a:round/>
            <a:headEnd type="none" w="sm" len="sm"/>
            <a:tailEnd type="none" w="sm" len="sm"/>
          </a:ln>
        </p:spPr>
      </p:sp>
      <p:sp>
        <p:nvSpPr>
          <p:cNvPr id="327" name="Google Shape;327;p4">
            <a:extLst xmlns:a="http://schemas.openxmlformats.org/drawingml/2006/main">
              <a:ext uri="{FF2B5EF4-FFF2-40B4-BE49-F238E27FC236}">
                <a16:creationId xmlns:a16="http://schemas.microsoft.com/office/drawing/2014/main" id="{FC6116E1-293D-400D-8313-E8E018957899}"/>
              </a:ext>
            </a:extLst>
          </p:cNvPr>
          <p:cNvSpPr>
            <a:spLocks xmlns:a="http://schemas.openxmlformats.org/drawingml/2006/main" noGrp="1"/>
          </p:cNvSpPr>
          <p:nvPr/>
        </p:nvSpPr>
        <p:spPr>
          <a:xfrm xmlns:a="http://schemas.openxmlformats.org/drawingml/2006/main">
            <a:off x="6508874" y="3224113"/>
            <a:ext cx="165164" cy="177736"/>
          </a:xfrm>
          <a:custGeom xmlns:a="http://schemas.openxmlformats.org/drawingml/2006/main">
            <a:rect l="l" t="t" r="r" b="b"/>
            <a:pathLst>
              <a:path w="228600" h="228600">
                <a:moveTo>
                  <a:pt x="31071" y="145980"/>
                </a:moveTo>
                <a:lnTo>
                  <a:pt x="30566" y="146582"/>
                </a:lnTo>
                <a:lnTo>
                  <a:pt x="30112" y="147223"/>
                </a:lnTo>
                <a:lnTo>
                  <a:pt x="29712" y="147899"/>
                </a:lnTo>
                <a:lnTo>
                  <a:pt x="29370" y="148606"/>
                </a:lnTo>
                <a:lnTo>
                  <a:pt x="29087" y="149339"/>
                </a:lnTo>
                <a:lnTo>
                  <a:pt x="28866" y="150093"/>
                </a:lnTo>
                <a:lnTo>
                  <a:pt x="28707" y="150862"/>
                </a:lnTo>
                <a:lnTo>
                  <a:pt x="28612" y="151642"/>
                </a:lnTo>
                <a:lnTo>
                  <a:pt x="28582" y="152427"/>
                </a:lnTo>
                <a:lnTo>
                  <a:pt x="28617" y="153211"/>
                </a:lnTo>
                <a:lnTo>
                  <a:pt x="28716" y="153990"/>
                </a:lnTo>
                <a:lnTo>
                  <a:pt x="28879" y="154759"/>
                </a:lnTo>
                <a:lnTo>
                  <a:pt x="29104" y="155511"/>
                </a:lnTo>
                <a:lnTo>
                  <a:pt x="29391" y="156242"/>
                </a:lnTo>
                <a:lnTo>
                  <a:pt x="29738" y="156947"/>
                </a:lnTo>
                <a:lnTo>
                  <a:pt x="30141" y="157622"/>
                </a:lnTo>
                <a:lnTo>
                  <a:pt x="30598" y="158260"/>
                </a:lnTo>
                <a:lnTo>
                  <a:pt x="31106" y="158859"/>
                </a:lnTo>
                <a:lnTo>
                  <a:pt x="31662" y="159414"/>
                </a:lnTo>
                <a:lnTo>
                  <a:pt x="32262" y="159921"/>
                </a:lnTo>
                <a:lnTo>
                  <a:pt x="32902" y="160377"/>
                </a:lnTo>
                <a:lnTo>
                  <a:pt x="33577" y="160779"/>
                </a:lnTo>
                <a:lnTo>
                  <a:pt x="34283" y="161123"/>
                </a:lnTo>
                <a:lnTo>
                  <a:pt x="35014" y="161409"/>
                </a:lnTo>
                <a:lnTo>
                  <a:pt x="35767" y="161633"/>
                </a:lnTo>
                <a:lnTo>
                  <a:pt x="36536" y="161795"/>
                </a:lnTo>
                <a:lnTo>
                  <a:pt x="37315" y="161892"/>
                </a:lnTo>
                <a:lnTo>
                  <a:pt x="38100" y="161925"/>
                </a:lnTo>
                <a:lnTo>
                  <a:pt x="190500" y="161925"/>
                </a:lnTo>
                <a:lnTo>
                  <a:pt x="191285" y="161893"/>
                </a:lnTo>
                <a:lnTo>
                  <a:pt x="192064" y="161796"/>
                </a:lnTo>
                <a:lnTo>
                  <a:pt x="192833" y="161636"/>
                </a:lnTo>
                <a:lnTo>
                  <a:pt x="193586" y="161412"/>
                </a:lnTo>
                <a:lnTo>
                  <a:pt x="194318" y="161128"/>
                </a:lnTo>
                <a:lnTo>
                  <a:pt x="195024" y="160784"/>
                </a:lnTo>
                <a:lnTo>
                  <a:pt x="195699" y="160383"/>
                </a:lnTo>
                <a:lnTo>
                  <a:pt x="196339" y="159928"/>
                </a:lnTo>
                <a:lnTo>
                  <a:pt x="196940" y="159421"/>
                </a:lnTo>
                <a:lnTo>
                  <a:pt x="197496" y="158867"/>
                </a:lnTo>
                <a:lnTo>
                  <a:pt x="198005" y="158269"/>
                </a:lnTo>
                <a:lnTo>
                  <a:pt x="198463" y="157631"/>
                </a:lnTo>
                <a:lnTo>
                  <a:pt x="198867" y="156958"/>
                </a:lnTo>
                <a:lnTo>
                  <a:pt x="199214" y="156253"/>
                </a:lnTo>
                <a:lnTo>
                  <a:pt x="199502" y="155522"/>
                </a:lnTo>
                <a:lnTo>
                  <a:pt x="199729" y="154770"/>
                </a:lnTo>
                <a:lnTo>
                  <a:pt x="199893" y="154002"/>
                </a:lnTo>
                <a:lnTo>
                  <a:pt x="199993" y="153223"/>
                </a:lnTo>
                <a:lnTo>
                  <a:pt x="200028" y="152439"/>
                </a:lnTo>
                <a:lnTo>
                  <a:pt x="199999" y="151654"/>
                </a:lnTo>
                <a:lnTo>
                  <a:pt x="199905" y="150874"/>
                </a:lnTo>
                <a:lnTo>
                  <a:pt x="199748" y="150105"/>
                </a:lnTo>
                <a:lnTo>
                  <a:pt x="199527" y="149351"/>
                </a:lnTo>
                <a:lnTo>
                  <a:pt x="199245" y="148618"/>
                </a:lnTo>
                <a:lnTo>
                  <a:pt x="198904" y="147910"/>
                </a:lnTo>
                <a:lnTo>
                  <a:pt x="198506" y="147234"/>
                </a:lnTo>
                <a:lnTo>
                  <a:pt x="198053" y="146592"/>
                </a:lnTo>
                <a:lnTo>
                  <a:pt x="197548" y="145990"/>
                </a:lnTo>
                <a:lnTo>
                  <a:pt x="194827" y="143169"/>
                </a:lnTo>
                <a:lnTo>
                  <a:pt x="192114" y="140261"/>
                </a:lnTo>
                <a:lnTo>
                  <a:pt x="189439" y="137205"/>
                </a:lnTo>
                <a:lnTo>
                  <a:pt x="186834" y="133939"/>
                </a:lnTo>
                <a:lnTo>
                  <a:pt x="184330" y="130402"/>
                </a:lnTo>
                <a:lnTo>
                  <a:pt x="181958" y="126532"/>
                </a:lnTo>
                <a:lnTo>
                  <a:pt x="179749" y="122268"/>
                </a:lnTo>
                <a:lnTo>
                  <a:pt x="177733" y="117547"/>
                </a:lnTo>
                <a:lnTo>
                  <a:pt x="175943" y="112309"/>
                </a:lnTo>
                <a:lnTo>
                  <a:pt x="174408" y="106492"/>
                </a:lnTo>
                <a:lnTo>
                  <a:pt x="173160" y="100034"/>
                </a:lnTo>
                <a:lnTo>
                  <a:pt x="172231" y="92874"/>
                </a:lnTo>
                <a:lnTo>
                  <a:pt x="171650" y="84950"/>
                </a:lnTo>
                <a:lnTo>
                  <a:pt x="171450" y="76200"/>
                </a:lnTo>
                <a:lnTo>
                  <a:pt x="171255" y="71481"/>
                </a:lnTo>
                <a:lnTo>
                  <a:pt x="170671" y="66793"/>
                </a:lnTo>
                <a:lnTo>
                  <a:pt x="169701" y="62171"/>
                </a:lnTo>
                <a:lnTo>
                  <a:pt x="168353" y="57643"/>
                </a:lnTo>
                <a:lnTo>
                  <a:pt x="166636" y="53243"/>
                </a:lnTo>
                <a:lnTo>
                  <a:pt x="164562" y="49000"/>
                </a:lnTo>
                <a:lnTo>
                  <a:pt x="162144" y="44942"/>
                </a:lnTo>
                <a:lnTo>
                  <a:pt x="159399" y="41098"/>
                </a:lnTo>
                <a:lnTo>
                  <a:pt x="156347" y="37493"/>
                </a:lnTo>
                <a:lnTo>
                  <a:pt x="153007" y="34153"/>
                </a:lnTo>
                <a:lnTo>
                  <a:pt x="149402" y="31101"/>
                </a:lnTo>
                <a:lnTo>
                  <a:pt x="145558" y="28356"/>
                </a:lnTo>
                <a:lnTo>
                  <a:pt x="141500" y="25938"/>
                </a:lnTo>
                <a:lnTo>
                  <a:pt x="137257" y="23864"/>
                </a:lnTo>
                <a:lnTo>
                  <a:pt x="132857" y="22147"/>
                </a:lnTo>
                <a:lnTo>
                  <a:pt x="128329" y="20799"/>
                </a:lnTo>
                <a:lnTo>
                  <a:pt x="123707" y="19829"/>
                </a:lnTo>
                <a:lnTo>
                  <a:pt x="119019" y="19245"/>
                </a:lnTo>
                <a:lnTo>
                  <a:pt x="114300" y="19050"/>
                </a:lnTo>
                <a:lnTo>
                  <a:pt x="109581" y="19245"/>
                </a:lnTo>
                <a:lnTo>
                  <a:pt x="104893" y="19829"/>
                </a:lnTo>
                <a:lnTo>
                  <a:pt x="100271" y="20799"/>
                </a:lnTo>
                <a:lnTo>
                  <a:pt x="95743" y="22147"/>
                </a:lnTo>
                <a:lnTo>
                  <a:pt x="91343" y="23864"/>
                </a:lnTo>
                <a:lnTo>
                  <a:pt x="87100" y="25938"/>
                </a:lnTo>
                <a:lnTo>
                  <a:pt x="83042" y="28356"/>
                </a:lnTo>
                <a:lnTo>
                  <a:pt x="79198" y="31101"/>
                </a:lnTo>
                <a:lnTo>
                  <a:pt x="75593" y="34153"/>
                </a:lnTo>
                <a:lnTo>
                  <a:pt x="72253" y="37493"/>
                </a:lnTo>
                <a:lnTo>
                  <a:pt x="69201" y="41098"/>
                </a:lnTo>
                <a:lnTo>
                  <a:pt x="66456" y="44942"/>
                </a:lnTo>
                <a:lnTo>
                  <a:pt x="64038" y="49000"/>
                </a:lnTo>
                <a:lnTo>
                  <a:pt x="61964" y="53243"/>
                </a:lnTo>
                <a:lnTo>
                  <a:pt x="60247" y="57643"/>
                </a:lnTo>
                <a:lnTo>
                  <a:pt x="58899" y="62171"/>
                </a:lnTo>
                <a:lnTo>
                  <a:pt x="57929" y="66793"/>
                </a:lnTo>
                <a:lnTo>
                  <a:pt x="57345" y="71481"/>
                </a:lnTo>
                <a:lnTo>
                  <a:pt x="57150" y="76200"/>
                </a:lnTo>
                <a:lnTo>
                  <a:pt x="56949" y="84950"/>
                </a:lnTo>
                <a:lnTo>
                  <a:pt x="56369" y="92874"/>
                </a:lnTo>
                <a:lnTo>
                  <a:pt x="55439" y="100034"/>
                </a:lnTo>
                <a:lnTo>
                  <a:pt x="54191" y="106492"/>
                </a:lnTo>
                <a:lnTo>
                  <a:pt x="52656" y="112309"/>
                </a:lnTo>
                <a:lnTo>
                  <a:pt x="50865" y="117546"/>
                </a:lnTo>
                <a:lnTo>
                  <a:pt x="48850" y="122266"/>
                </a:lnTo>
                <a:lnTo>
                  <a:pt x="46642" y="126530"/>
                </a:lnTo>
                <a:lnTo>
                  <a:pt x="44271" y="130400"/>
                </a:lnTo>
                <a:lnTo>
                  <a:pt x="41768" y="133936"/>
                </a:lnTo>
                <a:lnTo>
                  <a:pt x="39166" y="137200"/>
                </a:lnTo>
                <a:lnTo>
                  <a:pt x="36495" y="140255"/>
                </a:lnTo>
                <a:lnTo>
                  <a:pt x="33786" y="143161"/>
                </a:lnTo>
                <a:lnTo>
                  <a:pt x="31071" y="145980"/>
                </a:lnTo>
              </a:path>
            </a:pathLst>
          </a:custGeom>
          <a:noFill xmlns:a="http://schemas.openxmlformats.org/drawingml/2006/main"/>
          <a:ln xmlns:a="http://schemas.openxmlformats.org/drawingml/2006/main" w="16525" cap="flat" cmpd="sng">
            <a:solidFill>
              <a:srgbClr val="F6B500"/>
            </a:solidFill>
            <a:prstDash val="solid"/>
            <a:round/>
            <a:headEnd type="none" w="sm" len="sm"/>
            <a:tailEnd type="none" w="sm" len="sm"/>
          </a:ln>
        </p:spPr>
      </p:sp>
      <p:cxnSp>
        <p:nvCxnSpPr>
          <p:cNvPr id="925" name="Google Shape;328;p4"/>
          <p:cNvCxnSpPr/>
          <p:nvPr/>
        </p:nvCxnSpPr>
        <p:spPr>
          <a:xfrm xmlns:a="http://schemas.openxmlformats.org/drawingml/2006/main">
            <a:off x="6502749" y="3456878"/>
            <a:ext cx="171300" cy="0"/>
          </a:xfrm>
          <a:prstGeom xmlns:a="http://schemas.openxmlformats.org/drawingml/2006/main" prst="straightConnector1">
            <a:avLst/>
          </a:prstGeom>
          <a:ln xmlns:a="http://schemas.openxmlformats.org/drawingml/2006/main" w="12250" cap="flat">
            <a:solidFill>
              <a:srgbClr val="FFFFFF"/>
            </a:solidFill>
            <a:prstDash val="solid"/>
            <a:round/>
            <a:headEnd type="none" w="sm" len="sm"/>
            <a:tailEnd type="none" w="sm" len="sm"/>
          </a:ln>
        </p:spPr>
      </p:cxnSp>
      <p:sp>
        <p:nvSpPr>
          <p:cNvPr id="329" name="Google Shape;329;p4">
            <a:extLst xmlns:a="http://schemas.openxmlformats.org/drawingml/2006/main">
              <a:ext uri="{FF2B5EF4-FFF2-40B4-BE49-F238E27FC236}">
                <a16:creationId xmlns:a16="http://schemas.microsoft.com/office/drawing/2014/main" id="{D70232BE-C1BA-4CAD-81AF-913A02C39FE0}"/>
              </a:ext>
            </a:extLst>
          </p:cNvPr>
          <p:cNvSpPr>
            <a:spLocks xmlns:a="http://schemas.openxmlformats.org/drawingml/2006/main" noGrp="1"/>
          </p:cNvSpPr>
          <p:nvPr/>
        </p:nvSpPr>
        <p:spPr>
          <a:xfrm xmlns:a="http://schemas.openxmlformats.org/drawingml/2006/main">
            <a:off x="6000467" y="2672827"/>
            <a:ext cx="2448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API</a:t>
            </a:r>
            <a:endParaRPr sz="900" b="0" i="0" u="none" strike="noStrike" cap="none">
              <a:solidFill>
                <a:srgbClr val="000000"/>
              </a:solidFill>
              <a:latin typeface="Arial"/>
              <a:ea typeface="Arial"/>
              <a:cs typeface="Arial"/>
            </a:endParaRPr>
          </a:p>
        </p:txBody>
      </p:sp>
      <p:sp>
        <p:nvSpPr>
          <p:cNvPr id="330" name="Google Shape;330;p4">
            <a:extLst xmlns:a="http://schemas.openxmlformats.org/drawingml/2006/main">
              <a:ext uri="{FF2B5EF4-FFF2-40B4-BE49-F238E27FC236}">
                <a16:creationId xmlns:a16="http://schemas.microsoft.com/office/drawing/2014/main" id="{CDF50470-2E84-47BC-8419-EA3A56D84EF0}"/>
              </a:ext>
            </a:extLst>
          </p:cNvPr>
          <p:cNvSpPr>
            <a:spLocks xmlns:a="http://schemas.openxmlformats.org/drawingml/2006/main" noGrp="1"/>
          </p:cNvSpPr>
          <p:nvPr/>
        </p:nvSpPr>
        <p:spPr>
          <a:xfrm xmlns:a="http://schemas.openxmlformats.org/drawingml/2006/main">
            <a:off x="6086223" y="3554884"/>
            <a:ext cx="10227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React Native app</a:t>
            </a:r>
            <a:endParaRPr sz="900" b="0" i="0" u="none" strike="noStrike" cap="none">
              <a:solidFill>
                <a:srgbClr val="000000"/>
              </a:solidFill>
              <a:latin typeface="Arial"/>
              <a:ea typeface="Arial"/>
              <a:cs typeface="Arial"/>
            </a:endParaRPr>
          </a:p>
        </p:txBody>
      </p:sp>
      <p:sp>
        <p:nvSpPr>
          <p:cNvPr id="331" name="Google Shape;331;p4">
            <a:extLst xmlns:a="http://schemas.openxmlformats.org/drawingml/2006/main">
              <a:ext uri="{FF2B5EF4-FFF2-40B4-BE49-F238E27FC236}">
                <a16:creationId xmlns:a16="http://schemas.microsoft.com/office/drawing/2014/main" id="{24CDCBB9-1C11-4E3B-B619-1091D7B35592}"/>
              </a:ext>
            </a:extLst>
          </p:cNvPr>
          <p:cNvSpPr>
            <a:spLocks xmlns:a="http://schemas.openxmlformats.org/drawingml/2006/main" noGrp="1"/>
          </p:cNvSpPr>
          <p:nvPr/>
        </p:nvSpPr>
        <p:spPr>
          <a:xfrm xmlns:a="http://schemas.openxmlformats.org/drawingml/2006/main">
            <a:off x="6012718" y="3732521"/>
            <a:ext cx="1170000" cy="26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Local view / rain reports</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12 Indian languages + English</a:t>
            </a:r>
            <a:endParaRPr sz="900" b="0" i="0" u="none" strike="noStrike" cap="none">
              <a:solidFill>
                <a:srgbClr val="000000"/>
              </a:solidFill>
              <a:latin typeface="Arial"/>
              <a:ea typeface="Arial"/>
              <a:cs typeface="Arial"/>
            </a:endParaRPr>
          </a:p>
        </p:txBody>
      </p:sp>
      <p:sp>
        <p:nvSpPr>
          <p:cNvPr id="332" name="Google Shape;332;p4">
            <a:extLst xmlns:a="http://schemas.openxmlformats.org/drawingml/2006/main">
              <a:ext uri="{FF2B5EF4-FFF2-40B4-BE49-F238E27FC236}">
                <a16:creationId xmlns:a16="http://schemas.microsoft.com/office/drawing/2014/main" id="{117996A3-E746-451D-8040-E5FA54B26979}"/>
              </a:ext>
            </a:extLst>
          </p:cNvPr>
          <p:cNvSpPr>
            <a:spLocks xmlns:a="http://schemas.openxmlformats.org/drawingml/2006/main" noGrp="1"/>
          </p:cNvSpPr>
          <p:nvPr/>
        </p:nvSpPr>
        <p:spPr>
          <a:xfrm xmlns:a="http://schemas.openxmlformats.org/drawingml/2006/main">
            <a:off x="6122975" y="4044916"/>
            <a:ext cx="937500" cy="165300"/>
          </a:xfrm>
          <a:prstGeom xmlns:a="http://schemas.openxmlformats.org/drawingml/2006/main" prst="roundRect">
            <a:avLst>
              <a:gd name="adj" fmla="val 11111"/>
            </a:avLst>
          </a:prstGeom>
          <a:solidFill xmlns:a="http://schemas.openxmlformats.org/drawingml/2006/main">
            <a:srgbClr val="DDF3FF"/>
          </a:solidFill>
          <a:ln xmlns:a="http://schemas.openxmlformats.org/drawingml/2006/main" w="9525" cap="flat" cmpd="sng">
            <a:solidFill>
              <a:srgbClr val="DDF3FF"/>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33" name="Google Shape;333;p4">
            <a:extLst xmlns:a="http://schemas.openxmlformats.org/drawingml/2006/main">
              <a:ext uri="{FF2B5EF4-FFF2-40B4-BE49-F238E27FC236}">
                <a16:creationId xmlns:a16="http://schemas.microsoft.com/office/drawing/2014/main" id="{84A82809-60AB-42C3-9B57-D07D067E1FFE}"/>
              </a:ext>
            </a:extLst>
          </p:cNvPr>
          <p:cNvSpPr>
            <a:spLocks xmlns:a="http://schemas.openxmlformats.org/drawingml/2006/main" noGrp="1"/>
          </p:cNvSpPr>
          <p:nvPr/>
        </p:nvSpPr>
        <p:spPr>
          <a:xfrm xmlns:a="http://schemas.openxmlformats.org/drawingml/2006/main">
            <a:off x="6159727" y="4051042"/>
            <a:ext cx="8637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Research app</a:t>
            </a:r>
            <a:endParaRPr sz="900" b="0" i="0" u="none" strike="noStrike" cap="none">
              <a:solidFill>
                <a:srgbClr val="000000"/>
              </a:solidFill>
              <a:latin typeface="Arial"/>
              <a:ea typeface="Arial"/>
              <a:cs typeface="Arial"/>
            </a:endParaRPr>
          </a:p>
        </p:txBody>
      </p:sp>
      <p:sp>
        <p:nvSpPr>
          <p:cNvPr id="334" name="Google Shape;334;p4">
            <a:extLst xmlns:a="http://schemas.openxmlformats.org/drawingml/2006/main">
              <a:ext uri="{FF2B5EF4-FFF2-40B4-BE49-F238E27FC236}">
                <a16:creationId xmlns:a16="http://schemas.microsoft.com/office/drawing/2014/main" id="{79B25503-2510-4B8B-9680-C8B231997FC9}"/>
              </a:ext>
            </a:extLst>
          </p:cNvPr>
          <p:cNvSpPr>
            <a:spLocks xmlns:a="http://schemas.openxmlformats.org/drawingml/2006/main" noGrp="1"/>
          </p:cNvSpPr>
          <p:nvPr/>
        </p:nvSpPr>
        <p:spPr>
          <a:xfrm xmlns:a="http://schemas.openxmlformats.org/drawingml/2006/main">
            <a:off x="8058597" y="1784643"/>
            <a:ext cx="214200" cy="214200"/>
          </a:xfrm>
          <a:prstGeom xmlns:a="http://schemas.openxmlformats.org/drawingml/2006/main" prst="ellipse">
            <a:avLst/>
          </a:prstGeom>
          <a:solidFill xmlns:a="http://schemas.openxmlformats.org/drawingml/2006/main">
            <a:srgbClr val="096BF3"/>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35" name="Google Shape;335;p4">
            <a:extLst xmlns:a="http://schemas.openxmlformats.org/drawingml/2006/main">
              <a:ext uri="{FF2B5EF4-FFF2-40B4-BE49-F238E27FC236}">
                <a16:creationId xmlns:a16="http://schemas.microsoft.com/office/drawing/2014/main" id="{79585483-1B7F-41C5-81B6-2F9941BA8138}"/>
              </a:ext>
            </a:extLst>
          </p:cNvPr>
          <p:cNvSpPr>
            <a:spLocks xmlns:a="http://schemas.openxmlformats.org/drawingml/2006/main" noGrp="1"/>
          </p:cNvSpPr>
          <p:nvPr/>
        </p:nvSpPr>
        <p:spPr>
          <a:xfrm xmlns:a="http://schemas.openxmlformats.org/drawingml/2006/main">
            <a:off x="7960591" y="2029659"/>
            <a:ext cx="410400" cy="250800"/>
          </a:xfrm>
          <a:prstGeom xmlns:a="http://schemas.openxmlformats.org/drawingml/2006/main" prst="roundRect">
            <a:avLst>
              <a:gd name="adj" fmla="val 43902"/>
            </a:avLst>
          </a:prstGeom>
          <a:solidFill xmlns:a="http://schemas.openxmlformats.org/drawingml/2006/main">
            <a:srgbClr val="096BF3"/>
          </a:solidFill>
          <a:ln xmlns:a="http://schemas.openxmlformats.org/drawingml/2006/main" w="9525" cap="flat" cmpd="sng">
            <a:solidFill>
              <a:srgbClr val="096BF3"/>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36" name="Google Shape;336;p4">
            <a:extLst xmlns:a="http://schemas.openxmlformats.org/drawingml/2006/main">
              <a:ext uri="{FF2B5EF4-FFF2-40B4-BE49-F238E27FC236}">
                <a16:creationId xmlns:a16="http://schemas.microsoft.com/office/drawing/2014/main" id="{90C743D0-7109-4766-8F47-0445BF29C902}"/>
              </a:ext>
            </a:extLst>
          </p:cNvPr>
          <p:cNvSpPr>
            <a:spLocks xmlns:a="http://schemas.openxmlformats.org/drawingml/2006/main" noGrp="1"/>
          </p:cNvSpPr>
          <p:nvPr/>
        </p:nvSpPr>
        <p:spPr>
          <a:xfrm xmlns:a="http://schemas.openxmlformats.org/drawingml/2006/main">
            <a:off x="7586942" y="2311428"/>
            <a:ext cx="1151700" cy="17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Officer review</a:t>
            </a:r>
            <a:endParaRPr sz="900" b="0" i="0" u="none" strike="noStrike" cap="none">
              <a:solidFill>
                <a:srgbClr val="000000"/>
              </a:solidFill>
              <a:latin typeface="Arial"/>
              <a:ea typeface="Arial"/>
              <a:cs typeface="Arial"/>
            </a:endParaRPr>
          </a:p>
        </p:txBody>
      </p:sp>
      <p:sp>
        <p:nvSpPr>
          <p:cNvPr id="337" name="Google Shape;337;p4">
            <a:extLst xmlns:a="http://schemas.openxmlformats.org/drawingml/2006/main">
              <a:ext uri="{FF2B5EF4-FFF2-40B4-BE49-F238E27FC236}">
                <a16:creationId xmlns:a16="http://schemas.microsoft.com/office/drawing/2014/main" id="{73AAD1E1-B55B-491C-AD6D-5912E2D51EE2}"/>
              </a:ext>
            </a:extLst>
          </p:cNvPr>
          <p:cNvSpPr>
            <a:spLocks xmlns:a="http://schemas.openxmlformats.org/drawingml/2006/main" noGrp="1"/>
          </p:cNvSpPr>
          <p:nvPr/>
        </p:nvSpPr>
        <p:spPr>
          <a:xfrm xmlns:a="http://schemas.openxmlformats.org/drawingml/2006/main">
            <a:off x="7654322" y="2482939"/>
            <a:ext cx="1017000" cy="14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Evidence / skill / time</a:t>
            </a:r>
            <a:endParaRPr sz="900" b="0" i="0" u="none" strike="noStrike" cap="none">
              <a:solidFill>
                <a:srgbClr val="000000"/>
              </a:solidFill>
              <a:latin typeface="Arial"/>
              <a:ea typeface="Arial"/>
              <a:cs typeface="Arial"/>
            </a:endParaRPr>
          </a:p>
        </p:txBody>
      </p:sp>
      <p:sp>
        <p:nvSpPr>
          <p:cNvPr id="338" name="Google Shape;338;p4">
            <a:extLst xmlns:a="http://schemas.openxmlformats.org/drawingml/2006/main">
              <a:ext uri="{FF2B5EF4-FFF2-40B4-BE49-F238E27FC236}">
                <a16:creationId xmlns:a16="http://schemas.microsoft.com/office/drawing/2014/main" id="{F859B80F-EFB8-4C2C-8F7F-ADBD0CFDD4A6}"/>
              </a:ext>
            </a:extLst>
          </p:cNvPr>
          <p:cNvSpPr>
            <a:spLocks xmlns:a="http://schemas.openxmlformats.org/drawingml/2006/main" noGrp="1"/>
          </p:cNvSpPr>
          <p:nvPr/>
        </p:nvSpPr>
        <p:spPr>
          <a:xfrm xmlns:a="http://schemas.openxmlformats.org/drawingml/2006/main">
            <a:off x="7825832" y="2819836"/>
            <a:ext cx="679800" cy="453300"/>
          </a:xfrm>
          <a:prstGeom xmlns:a="http://schemas.openxmlformats.org/drawingml/2006/main" prst="diamond">
            <a:avLst/>
          </a:prstGeom>
          <a:solidFill xmlns:a="http://schemas.openxmlformats.org/drawingml/2006/main">
            <a:srgbClr val="EDF7FF"/>
          </a:solidFill>
          <a:ln xmlns:a="http://schemas.openxmlformats.org/drawingml/2006/main" w="9800" cap="flat" cmpd="sng">
            <a:solidFill>
              <a:srgbClr val="073DD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39" name="Google Shape;339;p4">
            <a:extLst xmlns:a="http://schemas.openxmlformats.org/drawingml/2006/main">
              <a:ext uri="{FF2B5EF4-FFF2-40B4-BE49-F238E27FC236}">
                <a16:creationId xmlns:a16="http://schemas.microsoft.com/office/drawing/2014/main" id="{4BE039E6-0520-47B8-B10B-DAA6386F3B98}"/>
              </a:ext>
            </a:extLst>
          </p:cNvPr>
          <p:cNvSpPr>
            <a:spLocks xmlns:a="http://schemas.openxmlformats.org/drawingml/2006/main" noGrp="1"/>
          </p:cNvSpPr>
          <p:nvPr/>
        </p:nvSpPr>
        <p:spPr>
          <a:xfrm xmlns:a="http://schemas.openxmlformats.org/drawingml/2006/main">
            <a:off x="7893212" y="2954595"/>
            <a:ext cx="545100" cy="17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Release?</a:t>
            </a:r>
            <a:endParaRPr sz="900" b="0" i="0" u="none" strike="noStrike" cap="none">
              <a:solidFill>
                <a:srgbClr val="000000"/>
              </a:solidFill>
              <a:latin typeface="Arial"/>
              <a:ea typeface="Arial"/>
              <a:cs typeface="Arial"/>
            </a:endParaRPr>
          </a:p>
        </p:txBody>
      </p:sp>
      <p:sp>
        <p:nvSpPr>
          <p:cNvPr id="340" name="Google Shape;340;p4">
            <a:extLst xmlns:a="http://schemas.openxmlformats.org/drawingml/2006/main">
              <a:ext uri="{FF2B5EF4-FFF2-40B4-BE49-F238E27FC236}">
                <a16:creationId xmlns:a16="http://schemas.microsoft.com/office/drawing/2014/main" id="{1223482A-FF44-48A9-8C34-C69B075F9323}"/>
              </a:ext>
            </a:extLst>
          </p:cNvPr>
          <p:cNvSpPr>
            <a:spLocks xmlns:a="http://schemas.openxmlformats.org/drawingml/2006/main" noGrp="1"/>
          </p:cNvSpPr>
          <p:nvPr/>
        </p:nvSpPr>
        <p:spPr>
          <a:xfrm xmlns:a="http://schemas.openxmlformats.org/drawingml/2006/main">
            <a:off x="7299049" y="3242489"/>
            <a:ext cx="576000" cy="2574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41" name="Google Shape;341;p4">
            <a:extLst xmlns:a="http://schemas.openxmlformats.org/drawingml/2006/main">
              <a:ext uri="{FF2B5EF4-FFF2-40B4-BE49-F238E27FC236}">
                <a16:creationId xmlns:a16="http://schemas.microsoft.com/office/drawing/2014/main" id="{674A2DF8-2199-403C-91A7-CD4876B5AFDD}"/>
              </a:ext>
            </a:extLst>
          </p:cNvPr>
          <p:cNvSpPr>
            <a:spLocks xmlns:a="http://schemas.openxmlformats.org/drawingml/2006/main" noGrp="1"/>
          </p:cNvSpPr>
          <p:nvPr/>
        </p:nvSpPr>
        <p:spPr>
          <a:xfrm xmlns:a="http://schemas.openxmlformats.org/drawingml/2006/main">
            <a:off x="7317425" y="3242489"/>
            <a:ext cx="538800" cy="2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EF3E4E"/>
                </a:solidFill>
                <a:latin typeface="Arial Narrow"/>
                <a:ea typeface="Arial Narrow"/>
                <a:cs typeface="Arial Narrow"/>
              </a:rPr>
              <a:t>NO /</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EF3E4E"/>
                </a:solidFill>
                <a:latin typeface="Arial Narrow"/>
                <a:ea typeface="Arial Narrow"/>
                <a:cs typeface="Arial Narrow"/>
              </a:rPr>
              <a:t>UNCERTAIN</a:t>
            </a:r>
            <a:endParaRPr sz="900" b="0" i="0" u="none" strike="noStrike" cap="none">
              <a:solidFill>
                <a:srgbClr val="000000"/>
              </a:solidFill>
              <a:latin typeface="Arial"/>
              <a:ea typeface="Arial"/>
              <a:cs typeface="Arial"/>
            </a:endParaRPr>
          </a:p>
        </p:txBody>
      </p:sp>
      <p:sp>
        <p:nvSpPr>
          <p:cNvPr id="342" name="Google Shape;342;p4">
            <a:extLst xmlns:a="http://schemas.openxmlformats.org/drawingml/2006/main">
              <a:ext uri="{FF2B5EF4-FFF2-40B4-BE49-F238E27FC236}">
                <a16:creationId xmlns:a16="http://schemas.microsoft.com/office/drawing/2014/main" id="{F032CAF7-F020-4960-88B7-583AA126BCBE}"/>
              </a:ext>
            </a:extLst>
          </p:cNvPr>
          <p:cNvSpPr>
            <a:spLocks xmlns:a="http://schemas.openxmlformats.org/drawingml/2006/main" noGrp="1"/>
          </p:cNvSpPr>
          <p:nvPr/>
        </p:nvSpPr>
        <p:spPr>
          <a:xfrm xmlns:a="http://schemas.openxmlformats.org/drawingml/2006/main">
            <a:off x="8272986" y="3346621"/>
            <a:ext cx="612300" cy="153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43" name="Google Shape;343;p4">
            <a:extLst xmlns:a="http://schemas.openxmlformats.org/drawingml/2006/main">
              <a:ext uri="{FF2B5EF4-FFF2-40B4-BE49-F238E27FC236}">
                <a16:creationId xmlns:a16="http://schemas.microsoft.com/office/drawing/2014/main" id="{31F065F9-73DC-4778-8755-E31A0FBE7C59}"/>
              </a:ext>
            </a:extLst>
          </p:cNvPr>
          <p:cNvSpPr>
            <a:spLocks xmlns:a="http://schemas.openxmlformats.org/drawingml/2006/main" noGrp="1"/>
          </p:cNvSpPr>
          <p:nvPr/>
        </p:nvSpPr>
        <p:spPr>
          <a:xfrm xmlns:a="http://schemas.openxmlformats.org/drawingml/2006/main">
            <a:off x="8291362" y="3346621"/>
            <a:ext cx="5760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8A65B"/>
                </a:solidFill>
                <a:latin typeface="Arial Narrow"/>
                <a:ea typeface="Arial Narrow"/>
                <a:cs typeface="Arial Narrow"/>
              </a:rPr>
              <a:t>APPROVED</a:t>
            </a:r>
            <a:endParaRPr sz="900" b="0" i="0" u="none" strike="noStrike" cap="none">
              <a:solidFill>
                <a:srgbClr val="000000"/>
              </a:solidFill>
              <a:latin typeface="Arial"/>
              <a:ea typeface="Arial"/>
              <a:cs typeface="Arial"/>
            </a:endParaRPr>
          </a:p>
        </p:txBody>
      </p:sp>
      <p:sp>
        <p:nvSpPr>
          <p:cNvPr id="344" name="Google Shape;344;p4">
            <a:extLst xmlns:a="http://schemas.openxmlformats.org/drawingml/2006/main">
              <a:ext uri="{FF2B5EF4-FFF2-40B4-BE49-F238E27FC236}">
                <a16:creationId xmlns:a16="http://schemas.microsoft.com/office/drawing/2014/main" id="{B1ED976B-9086-4309-A546-FE518509E053}"/>
              </a:ext>
            </a:extLst>
          </p:cNvPr>
          <p:cNvSpPr>
            <a:spLocks xmlns:a="http://schemas.openxmlformats.org/drawingml/2006/main" noGrp="1"/>
          </p:cNvSpPr>
          <p:nvPr/>
        </p:nvSpPr>
        <p:spPr>
          <a:xfrm xmlns:a="http://schemas.openxmlformats.org/drawingml/2006/main">
            <a:off x="7274548" y="3652891"/>
            <a:ext cx="661800" cy="361500"/>
          </a:xfrm>
          <a:prstGeom xmlns:a="http://schemas.openxmlformats.org/drawingml/2006/main" prst="roundRect">
            <a:avLst>
              <a:gd name="adj" fmla="val 8475"/>
            </a:avLst>
          </a:prstGeom>
          <a:solidFill xmlns:a="http://schemas.openxmlformats.org/drawingml/2006/main">
            <a:srgbClr val="FFF0F2"/>
          </a:solidFill>
          <a:ln xmlns:a="http://schemas.openxmlformats.org/drawingml/2006/main" w="9525" cap="flat" cmpd="sng">
            <a:solidFill>
              <a:srgbClr val="EF3E4E"/>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45" name="Google Shape;345;p4">
            <a:extLst xmlns:a="http://schemas.openxmlformats.org/drawingml/2006/main">
              <a:ext uri="{FF2B5EF4-FFF2-40B4-BE49-F238E27FC236}">
                <a16:creationId xmlns:a16="http://schemas.microsoft.com/office/drawing/2014/main" id="{3CFFE7AB-C1EA-4699-B655-DE992E216140}"/>
              </a:ext>
            </a:extLst>
          </p:cNvPr>
          <p:cNvSpPr>
            <a:spLocks xmlns:a="http://schemas.openxmlformats.org/drawingml/2006/main" noGrp="1"/>
          </p:cNvSpPr>
          <p:nvPr/>
        </p:nvSpPr>
        <p:spPr>
          <a:xfrm xmlns:a="http://schemas.openxmlformats.org/drawingml/2006/main">
            <a:off x="7305175" y="3695768"/>
            <a:ext cx="600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16"/>
              <a:buFont typeface="Arial"/>
              <a:buNone/>
            </a:pPr>
            <a:r>
              <a:rPr sz="916" b="1" i="0" u="none" strike="noStrike" cap="none">
                <a:solidFill>
                  <a:srgbClr val="073DD0"/>
                </a:solidFill>
                <a:latin typeface="Arial Narrow"/>
                <a:ea typeface="Arial Narrow"/>
                <a:cs typeface="Arial Narrow"/>
              </a:rPr>
              <a:t>Save reason</a:t>
            </a:r>
            <a:endParaRPr sz="900" b="0" i="0" u="none" strike="noStrike" cap="none">
              <a:solidFill>
                <a:srgbClr val="000000"/>
              </a:solidFill>
              <a:latin typeface="Arial"/>
              <a:ea typeface="Arial"/>
              <a:cs typeface="Arial"/>
            </a:endParaRPr>
          </a:p>
        </p:txBody>
      </p:sp>
      <p:sp>
        <p:nvSpPr>
          <p:cNvPr id="346" name="Google Shape;346;p4">
            <a:extLst xmlns:a="http://schemas.openxmlformats.org/drawingml/2006/main">
              <a:ext uri="{FF2B5EF4-FFF2-40B4-BE49-F238E27FC236}">
                <a16:creationId xmlns:a16="http://schemas.microsoft.com/office/drawing/2014/main" id="{5F715B82-1959-4F15-AA7E-04162B02E0EF}"/>
              </a:ext>
            </a:extLst>
          </p:cNvPr>
          <p:cNvSpPr>
            <a:spLocks xmlns:a="http://schemas.openxmlformats.org/drawingml/2006/main" noGrp="1"/>
          </p:cNvSpPr>
          <p:nvPr/>
        </p:nvSpPr>
        <p:spPr>
          <a:xfrm xmlns:a="http://schemas.openxmlformats.org/drawingml/2006/main">
            <a:off x="7305175" y="3861154"/>
            <a:ext cx="6006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43"/>
              <a:buFont typeface="Arial"/>
              <a:buNone/>
            </a:pPr>
            <a:r>
              <a:rPr sz="844" b="0" i="0" u="none" strike="noStrike" cap="none">
                <a:solidFill>
                  <a:srgbClr val="073DD0"/>
                </a:solidFill>
                <a:latin typeface="Arial Narrow"/>
                <a:ea typeface="Arial Narrow"/>
                <a:cs typeface="Arial Narrow"/>
              </a:rPr>
              <a:t>Hold alert</a:t>
            </a:r>
            <a:endParaRPr sz="900" b="0" i="0" u="none" strike="noStrike" cap="none">
              <a:solidFill>
                <a:srgbClr val="000000"/>
              </a:solidFill>
              <a:latin typeface="Arial"/>
              <a:ea typeface="Arial"/>
              <a:cs typeface="Arial"/>
            </a:endParaRPr>
          </a:p>
        </p:txBody>
      </p:sp>
      <p:sp>
        <p:nvSpPr>
          <p:cNvPr id="347" name="Google Shape;347;p4">
            <a:extLst xmlns:a="http://schemas.openxmlformats.org/drawingml/2006/main">
              <a:ext uri="{FF2B5EF4-FFF2-40B4-BE49-F238E27FC236}">
                <a16:creationId xmlns:a16="http://schemas.microsoft.com/office/drawing/2014/main" id="{48B84C3E-06A9-41E3-95FC-ED8A0C8391B1}"/>
              </a:ext>
            </a:extLst>
          </p:cNvPr>
          <p:cNvSpPr>
            <a:spLocks xmlns:a="http://schemas.openxmlformats.org/drawingml/2006/main" noGrp="1"/>
          </p:cNvSpPr>
          <p:nvPr/>
        </p:nvSpPr>
        <p:spPr>
          <a:xfrm xmlns:a="http://schemas.openxmlformats.org/drawingml/2006/main">
            <a:off x="8223982" y="3652891"/>
            <a:ext cx="649500" cy="324300"/>
          </a:xfrm>
          <a:prstGeom xmlns:a="http://schemas.openxmlformats.org/drawingml/2006/main" prst="roundRect">
            <a:avLst>
              <a:gd name="adj" fmla="val 9434"/>
            </a:avLst>
          </a:prstGeom>
          <a:solidFill xmlns:a="http://schemas.openxmlformats.org/drawingml/2006/main">
            <a:srgbClr val="E8FAEF"/>
          </a:solidFill>
          <a:ln xmlns:a="http://schemas.openxmlformats.org/drawingml/2006/main" w="9525" cap="flat" cmpd="sng">
            <a:solidFill>
              <a:srgbClr val="08A65B"/>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48" name="Google Shape;348;p4">
            <a:extLst xmlns:a="http://schemas.openxmlformats.org/drawingml/2006/main">
              <a:ext uri="{FF2B5EF4-FFF2-40B4-BE49-F238E27FC236}">
                <a16:creationId xmlns:a16="http://schemas.microsoft.com/office/drawing/2014/main" id="{DFADBF02-A497-4933-9A93-600AD8AA338D}"/>
              </a:ext>
            </a:extLst>
          </p:cNvPr>
          <p:cNvSpPr>
            <a:spLocks xmlns:a="http://schemas.openxmlformats.org/drawingml/2006/main" noGrp="1"/>
          </p:cNvSpPr>
          <p:nvPr/>
        </p:nvSpPr>
        <p:spPr>
          <a:xfrm xmlns:a="http://schemas.openxmlformats.org/drawingml/2006/main">
            <a:off x="8260735" y="3714145"/>
            <a:ext cx="576000" cy="202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16"/>
              <a:buFont typeface="Arial"/>
              <a:buNone/>
            </a:pPr>
            <a:r>
              <a:rPr sz="916" b="1" i="0" u="none" strike="noStrike" cap="none">
                <a:solidFill>
                  <a:srgbClr val="073DD0"/>
                </a:solidFill>
                <a:latin typeface="Arial Narrow"/>
                <a:ea typeface="Arial Narrow"/>
                <a:cs typeface="Arial Narrow"/>
              </a:rPr>
              <a:t>Issue alert</a:t>
            </a:r>
            <a:endParaRPr sz="900" b="0" i="0" u="none" strike="noStrike" cap="none">
              <a:solidFill>
                <a:srgbClr val="000000"/>
              </a:solidFill>
              <a:latin typeface="Arial"/>
              <a:ea typeface="Arial"/>
              <a:cs typeface="Arial"/>
            </a:endParaRPr>
          </a:p>
        </p:txBody>
      </p:sp>
      <p:sp>
        <p:nvSpPr>
          <p:cNvPr id="349" name="Google Shape;349;p4">
            <a:extLst xmlns:a="http://schemas.openxmlformats.org/drawingml/2006/main">
              <a:ext uri="{FF2B5EF4-FFF2-40B4-BE49-F238E27FC236}">
                <a16:creationId xmlns:a16="http://schemas.microsoft.com/office/drawing/2014/main" id="{BF3A43B2-A093-453F-BB3C-3667CE1E65EF}"/>
              </a:ext>
            </a:extLst>
          </p:cNvPr>
          <p:cNvSpPr>
            <a:spLocks xmlns:a="http://schemas.openxmlformats.org/drawingml/2006/main" noGrp="1"/>
          </p:cNvSpPr>
          <p:nvPr/>
        </p:nvSpPr>
        <p:spPr>
          <a:xfrm xmlns:a="http://schemas.openxmlformats.org/drawingml/2006/main">
            <a:off x="7360303" y="4190335"/>
            <a:ext cx="1513200" cy="761400"/>
          </a:xfrm>
          <a:prstGeom xmlns:a="http://schemas.openxmlformats.org/drawingml/2006/main" prst="roundRect">
            <a:avLst>
              <a:gd name="adj" fmla="val 4094"/>
            </a:avLst>
          </a:prstGeom>
          <a:solidFill xmlns:a="http://schemas.openxmlformats.org/drawingml/2006/main">
            <a:srgbClr val="F0FCF6"/>
          </a:solidFill>
          <a:ln xmlns:a="http://schemas.openxmlformats.org/drawingml/2006/main" w="9525" cap="flat" cmpd="sng">
            <a:solidFill>
              <a:srgbClr val="54BA8A"/>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0" name="Google Shape;350;p4">
            <a:extLst xmlns:a="http://schemas.openxmlformats.org/drawingml/2006/main">
              <a:ext uri="{FF2B5EF4-FFF2-40B4-BE49-F238E27FC236}">
                <a16:creationId xmlns:a16="http://schemas.microsoft.com/office/drawing/2014/main" id="{08CC45E9-9653-44A8-A159-5DB595AEE4F0}"/>
              </a:ext>
            </a:extLst>
          </p:cNvPr>
          <p:cNvSpPr>
            <a:spLocks xmlns:a="http://schemas.openxmlformats.org/drawingml/2006/main" noGrp="1"/>
          </p:cNvSpPr>
          <p:nvPr/>
        </p:nvSpPr>
        <p:spPr>
          <a:xfrm xmlns:a="http://schemas.openxmlformats.org/drawingml/2006/main">
            <a:off x="8025882" y="4227770"/>
            <a:ext cx="214313" cy="251460"/>
          </a:xfrm>
          <a:custGeom xmlns:a="http://schemas.openxmlformats.org/drawingml/2006/main">
            <a:rect l="l" t="t" r="r" b="b"/>
            <a:pathLst>
              <a:path w="228600" h="228600">
                <a:moveTo>
                  <a:pt x="131750" y="157810"/>
                </a:moveTo>
                <a:lnTo>
                  <a:pt x="132449" y="158098"/>
                </a:lnTo>
                <a:lnTo>
                  <a:pt x="133169" y="158330"/>
                </a:lnTo>
                <a:lnTo>
                  <a:pt x="133906" y="158504"/>
                </a:lnTo>
                <a:lnTo>
                  <a:pt x="134654" y="158619"/>
                </a:lnTo>
                <a:lnTo>
                  <a:pt x="135408" y="158674"/>
                </a:lnTo>
                <a:lnTo>
                  <a:pt x="136165" y="158669"/>
                </a:lnTo>
                <a:lnTo>
                  <a:pt x="136918" y="158604"/>
                </a:lnTo>
                <a:lnTo>
                  <a:pt x="137665" y="158480"/>
                </a:lnTo>
                <a:lnTo>
                  <a:pt x="138399" y="158296"/>
                </a:lnTo>
                <a:lnTo>
                  <a:pt x="139116" y="158055"/>
                </a:lnTo>
                <a:lnTo>
                  <a:pt x="139811" y="157758"/>
                </a:lnTo>
                <a:lnTo>
                  <a:pt x="140481" y="157407"/>
                </a:lnTo>
                <a:lnTo>
                  <a:pt x="141121" y="157003"/>
                </a:lnTo>
                <a:lnTo>
                  <a:pt x="141727" y="156550"/>
                </a:lnTo>
                <a:lnTo>
                  <a:pt x="142295" y="156051"/>
                </a:lnTo>
                <a:lnTo>
                  <a:pt x="142822" y="155507"/>
                </a:lnTo>
                <a:lnTo>
                  <a:pt x="143304" y="154924"/>
                </a:lnTo>
                <a:lnTo>
                  <a:pt x="146685" y="150495"/>
                </a:lnTo>
                <a:lnTo>
                  <a:pt x="147613" y="149353"/>
                </a:lnTo>
                <a:lnTo>
                  <a:pt x="148626" y="148285"/>
                </a:lnTo>
                <a:lnTo>
                  <a:pt x="149719" y="147299"/>
                </a:lnTo>
                <a:lnTo>
                  <a:pt x="150884" y="146401"/>
                </a:lnTo>
                <a:lnTo>
                  <a:pt x="152116" y="145595"/>
                </a:lnTo>
                <a:lnTo>
                  <a:pt x="153406" y="144886"/>
                </a:lnTo>
                <a:lnTo>
                  <a:pt x="154746" y="144279"/>
                </a:lnTo>
                <a:lnTo>
                  <a:pt x="156130" y="143778"/>
                </a:lnTo>
                <a:lnTo>
                  <a:pt x="157548" y="143385"/>
                </a:lnTo>
                <a:lnTo>
                  <a:pt x="158993" y="143102"/>
                </a:lnTo>
                <a:lnTo>
                  <a:pt x="160454" y="142932"/>
                </a:lnTo>
                <a:lnTo>
                  <a:pt x="161925" y="142875"/>
                </a:lnTo>
                <a:lnTo>
                  <a:pt x="190500" y="142875"/>
                </a:lnTo>
                <a:lnTo>
                  <a:pt x="192073" y="142940"/>
                </a:lnTo>
                <a:lnTo>
                  <a:pt x="193636" y="143135"/>
                </a:lnTo>
                <a:lnTo>
                  <a:pt x="195176" y="143458"/>
                </a:lnTo>
                <a:lnTo>
                  <a:pt x="196686" y="143907"/>
                </a:lnTo>
                <a:lnTo>
                  <a:pt x="198152" y="144480"/>
                </a:lnTo>
                <a:lnTo>
                  <a:pt x="199567" y="145171"/>
                </a:lnTo>
                <a:lnTo>
                  <a:pt x="200919" y="145977"/>
                </a:lnTo>
                <a:lnTo>
                  <a:pt x="202201" y="146892"/>
                </a:lnTo>
                <a:lnTo>
                  <a:pt x="203402" y="147909"/>
                </a:lnTo>
                <a:lnTo>
                  <a:pt x="204516" y="149023"/>
                </a:lnTo>
                <a:lnTo>
                  <a:pt x="205533" y="150224"/>
                </a:lnTo>
                <a:lnTo>
                  <a:pt x="206448" y="151506"/>
                </a:lnTo>
                <a:lnTo>
                  <a:pt x="207254" y="152858"/>
                </a:lnTo>
                <a:lnTo>
                  <a:pt x="207945" y="154273"/>
                </a:lnTo>
                <a:lnTo>
                  <a:pt x="208518" y="155739"/>
                </a:lnTo>
                <a:lnTo>
                  <a:pt x="208967" y="157249"/>
                </a:lnTo>
                <a:lnTo>
                  <a:pt x="209290" y="158789"/>
                </a:lnTo>
                <a:lnTo>
                  <a:pt x="209485" y="160352"/>
                </a:lnTo>
                <a:lnTo>
                  <a:pt x="209550" y="161925"/>
                </a:lnTo>
                <a:lnTo>
                  <a:pt x="209550" y="190500"/>
                </a:lnTo>
                <a:lnTo>
                  <a:pt x="209485" y="192073"/>
                </a:lnTo>
                <a:lnTo>
                  <a:pt x="209290" y="193636"/>
                </a:lnTo>
                <a:lnTo>
                  <a:pt x="208967" y="195176"/>
                </a:lnTo>
                <a:lnTo>
                  <a:pt x="208518" y="196686"/>
                </a:lnTo>
                <a:lnTo>
                  <a:pt x="207945" y="198152"/>
                </a:lnTo>
                <a:lnTo>
                  <a:pt x="207254" y="199567"/>
                </a:lnTo>
                <a:lnTo>
                  <a:pt x="206448" y="200919"/>
                </a:lnTo>
                <a:lnTo>
                  <a:pt x="205533" y="202201"/>
                </a:lnTo>
                <a:lnTo>
                  <a:pt x="204516" y="203402"/>
                </a:lnTo>
                <a:lnTo>
                  <a:pt x="203402" y="204516"/>
                </a:lnTo>
                <a:lnTo>
                  <a:pt x="202201" y="205533"/>
                </a:lnTo>
                <a:lnTo>
                  <a:pt x="200919" y="206448"/>
                </a:lnTo>
                <a:lnTo>
                  <a:pt x="199567" y="207254"/>
                </a:lnTo>
                <a:lnTo>
                  <a:pt x="198152" y="207945"/>
                </a:lnTo>
                <a:lnTo>
                  <a:pt x="196686" y="208518"/>
                </a:lnTo>
                <a:lnTo>
                  <a:pt x="195176" y="208967"/>
                </a:lnTo>
                <a:lnTo>
                  <a:pt x="193636" y="209290"/>
                </a:lnTo>
                <a:lnTo>
                  <a:pt x="192073" y="209485"/>
                </a:lnTo>
                <a:lnTo>
                  <a:pt x="190500" y="209550"/>
                </a:lnTo>
                <a:lnTo>
                  <a:pt x="176342" y="208964"/>
                </a:lnTo>
                <a:lnTo>
                  <a:pt x="162280" y="207212"/>
                </a:lnTo>
                <a:lnTo>
                  <a:pt x="148412" y="204304"/>
                </a:lnTo>
                <a:lnTo>
                  <a:pt x="134830" y="200260"/>
                </a:lnTo>
                <a:lnTo>
                  <a:pt x="121629" y="195109"/>
                </a:lnTo>
                <a:lnTo>
                  <a:pt x="108899" y="188886"/>
                </a:lnTo>
                <a:lnTo>
                  <a:pt x="96726" y="181632"/>
                </a:lnTo>
                <a:lnTo>
                  <a:pt x="85193" y="173398"/>
                </a:lnTo>
                <a:lnTo>
                  <a:pt x="74380" y="164240"/>
                </a:lnTo>
                <a:lnTo>
                  <a:pt x="64360" y="154220"/>
                </a:lnTo>
                <a:lnTo>
                  <a:pt x="55202" y="143407"/>
                </a:lnTo>
                <a:lnTo>
                  <a:pt x="46968" y="131874"/>
                </a:lnTo>
                <a:lnTo>
                  <a:pt x="39714" y="119701"/>
                </a:lnTo>
                <a:lnTo>
                  <a:pt x="33491" y="106971"/>
                </a:lnTo>
                <a:lnTo>
                  <a:pt x="28340" y="93770"/>
                </a:lnTo>
                <a:lnTo>
                  <a:pt x="24296" y="80188"/>
                </a:lnTo>
                <a:lnTo>
                  <a:pt x="21388" y="66320"/>
                </a:lnTo>
                <a:lnTo>
                  <a:pt x="19636" y="52258"/>
                </a:lnTo>
                <a:lnTo>
                  <a:pt x="19050" y="38100"/>
                </a:lnTo>
                <a:lnTo>
                  <a:pt x="19115" y="36527"/>
                </a:lnTo>
                <a:lnTo>
                  <a:pt x="19310" y="34964"/>
                </a:lnTo>
                <a:lnTo>
                  <a:pt x="19633" y="33424"/>
                </a:lnTo>
                <a:lnTo>
                  <a:pt x="20082" y="31914"/>
                </a:lnTo>
                <a:lnTo>
                  <a:pt x="20655" y="30448"/>
                </a:lnTo>
                <a:lnTo>
                  <a:pt x="21346" y="29033"/>
                </a:lnTo>
                <a:lnTo>
                  <a:pt x="22152" y="27681"/>
                </a:lnTo>
                <a:lnTo>
                  <a:pt x="23067" y="26399"/>
                </a:lnTo>
                <a:lnTo>
                  <a:pt x="24084" y="25198"/>
                </a:lnTo>
                <a:lnTo>
                  <a:pt x="25198" y="24084"/>
                </a:lnTo>
                <a:lnTo>
                  <a:pt x="26399" y="23067"/>
                </a:lnTo>
                <a:lnTo>
                  <a:pt x="27681" y="22152"/>
                </a:lnTo>
                <a:lnTo>
                  <a:pt x="29033" y="21346"/>
                </a:lnTo>
                <a:lnTo>
                  <a:pt x="30448" y="20655"/>
                </a:lnTo>
                <a:lnTo>
                  <a:pt x="31914" y="20082"/>
                </a:lnTo>
                <a:lnTo>
                  <a:pt x="33424" y="19633"/>
                </a:lnTo>
                <a:lnTo>
                  <a:pt x="34964" y="19310"/>
                </a:lnTo>
                <a:lnTo>
                  <a:pt x="36527" y="19115"/>
                </a:lnTo>
                <a:lnTo>
                  <a:pt x="38100" y="19050"/>
                </a:lnTo>
                <a:lnTo>
                  <a:pt x="66675" y="19050"/>
                </a:lnTo>
                <a:lnTo>
                  <a:pt x="68248" y="19115"/>
                </a:lnTo>
                <a:lnTo>
                  <a:pt x="69811" y="19310"/>
                </a:lnTo>
                <a:lnTo>
                  <a:pt x="71351" y="19633"/>
                </a:lnTo>
                <a:lnTo>
                  <a:pt x="72861" y="20082"/>
                </a:lnTo>
                <a:lnTo>
                  <a:pt x="74327" y="20655"/>
                </a:lnTo>
                <a:lnTo>
                  <a:pt x="75742" y="21346"/>
                </a:lnTo>
                <a:lnTo>
                  <a:pt x="77094" y="22152"/>
                </a:lnTo>
                <a:lnTo>
                  <a:pt x="78376" y="23067"/>
                </a:lnTo>
                <a:lnTo>
                  <a:pt x="79577" y="24084"/>
                </a:lnTo>
                <a:lnTo>
                  <a:pt x="80691" y="25198"/>
                </a:lnTo>
                <a:lnTo>
                  <a:pt x="81708" y="26399"/>
                </a:lnTo>
                <a:lnTo>
                  <a:pt x="82623" y="27681"/>
                </a:lnTo>
                <a:lnTo>
                  <a:pt x="83429" y="29033"/>
                </a:lnTo>
                <a:lnTo>
                  <a:pt x="84120" y="30448"/>
                </a:lnTo>
                <a:lnTo>
                  <a:pt x="84693" y="31914"/>
                </a:lnTo>
                <a:lnTo>
                  <a:pt x="85142" y="33424"/>
                </a:lnTo>
                <a:lnTo>
                  <a:pt x="85465" y="34964"/>
                </a:lnTo>
                <a:lnTo>
                  <a:pt x="85660" y="36527"/>
                </a:lnTo>
                <a:lnTo>
                  <a:pt x="85725" y="38100"/>
                </a:lnTo>
                <a:lnTo>
                  <a:pt x="85725" y="66675"/>
                </a:lnTo>
                <a:lnTo>
                  <a:pt x="85668" y="68146"/>
                </a:lnTo>
                <a:lnTo>
                  <a:pt x="85498" y="69607"/>
                </a:lnTo>
                <a:lnTo>
                  <a:pt x="85215" y="71052"/>
                </a:lnTo>
                <a:lnTo>
                  <a:pt x="84822" y="72470"/>
                </a:lnTo>
                <a:lnTo>
                  <a:pt x="84321" y="73854"/>
                </a:lnTo>
                <a:lnTo>
                  <a:pt x="83714" y="75194"/>
                </a:lnTo>
                <a:lnTo>
                  <a:pt x="83005" y="76484"/>
                </a:lnTo>
                <a:lnTo>
                  <a:pt x="82199" y="77716"/>
                </a:lnTo>
                <a:lnTo>
                  <a:pt x="81301" y="78881"/>
                </a:lnTo>
                <a:lnTo>
                  <a:pt x="80315" y="79974"/>
                </a:lnTo>
                <a:lnTo>
                  <a:pt x="79247" y="80987"/>
                </a:lnTo>
                <a:lnTo>
                  <a:pt x="78105" y="81915"/>
                </a:lnTo>
                <a:lnTo>
                  <a:pt x="73647" y="85258"/>
                </a:lnTo>
                <a:lnTo>
                  <a:pt x="73056" y="85749"/>
                </a:lnTo>
                <a:lnTo>
                  <a:pt x="72506" y="86286"/>
                </a:lnTo>
                <a:lnTo>
                  <a:pt x="72001" y="86865"/>
                </a:lnTo>
                <a:lnTo>
                  <a:pt x="71544" y="87484"/>
                </a:lnTo>
                <a:lnTo>
                  <a:pt x="71139" y="88137"/>
                </a:lnTo>
                <a:lnTo>
                  <a:pt x="70787" y="88820"/>
                </a:lnTo>
                <a:lnTo>
                  <a:pt x="70492" y="89530"/>
                </a:lnTo>
                <a:lnTo>
                  <a:pt x="70255" y="90262"/>
                </a:lnTo>
                <a:lnTo>
                  <a:pt x="70078" y="91009"/>
                </a:lnTo>
                <a:lnTo>
                  <a:pt x="69962" y="91769"/>
                </a:lnTo>
                <a:lnTo>
                  <a:pt x="69907" y="92536"/>
                </a:lnTo>
                <a:lnTo>
                  <a:pt x="69915" y="93305"/>
                </a:lnTo>
                <a:lnTo>
                  <a:pt x="69984" y="94070"/>
                </a:lnTo>
                <a:lnTo>
                  <a:pt x="70115" y="94828"/>
                </a:lnTo>
                <a:lnTo>
                  <a:pt x="70306" y="95572"/>
                </a:lnTo>
                <a:lnTo>
                  <a:pt x="70557" y="96299"/>
                </a:lnTo>
                <a:lnTo>
                  <a:pt x="70866" y="97003"/>
                </a:lnTo>
                <a:lnTo>
                  <a:pt x="76101" y="106619"/>
                </a:lnTo>
                <a:lnTo>
                  <a:pt x="82108" y="115773"/>
                </a:lnTo>
                <a:lnTo>
                  <a:pt x="88846" y="124403"/>
                </a:lnTo>
                <a:lnTo>
                  <a:pt x="96268" y="132452"/>
                </a:lnTo>
                <a:lnTo>
                  <a:pt x="104326" y="139865"/>
                </a:lnTo>
                <a:lnTo>
                  <a:pt x="112965" y="146592"/>
                </a:lnTo>
                <a:lnTo>
                  <a:pt x="122127" y="152587"/>
                </a:lnTo>
                <a:lnTo>
                  <a:pt x="131750" y="157810"/>
                </a:lnTo>
              </a:path>
            </a:pathLst>
          </a:custGeom>
          <a:noFill xmlns:a="http://schemas.openxmlformats.org/drawingml/2006/main"/>
          <a:ln xmlns:a="http://schemas.openxmlformats.org/drawingml/2006/main" w="30625" cap="flat" cmpd="sng">
            <a:solidFill>
              <a:srgbClr val="08A65B"/>
            </a:solidFill>
            <a:prstDash val="solid"/>
            <a:round/>
            <a:headEnd type="none" w="sm" len="sm"/>
            <a:tailEnd type="none" w="sm" len="sm"/>
          </a:ln>
        </p:spPr>
      </p:sp>
      <p:sp>
        <p:nvSpPr>
          <p:cNvPr id="351" name="Google Shape;351;p4">
            <a:extLst xmlns:a="http://schemas.openxmlformats.org/drawingml/2006/main">
              <a:ext uri="{FF2B5EF4-FFF2-40B4-BE49-F238E27FC236}">
                <a16:creationId xmlns:a16="http://schemas.microsoft.com/office/drawing/2014/main" id="{DE56DC47-AE5A-4080-936D-BB68D5D4C5E0}"/>
              </a:ext>
            </a:extLst>
          </p:cNvPr>
          <p:cNvSpPr>
            <a:spLocks xmlns:a="http://schemas.openxmlformats.org/drawingml/2006/main" noGrp="1"/>
          </p:cNvSpPr>
          <p:nvPr/>
        </p:nvSpPr>
        <p:spPr>
          <a:xfrm xmlns:a="http://schemas.openxmlformats.org/drawingml/2006/main">
            <a:off x="7482811" y="4496428"/>
            <a:ext cx="12675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61"/>
              <a:buFont typeface="Arial"/>
              <a:buNone/>
            </a:pPr>
            <a:r>
              <a:rPr sz="1061" b="1" i="0" u="none" strike="noStrike" cap="none">
                <a:solidFill>
                  <a:srgbClr val="073DD0"/>
                </a:solidFill>
                <a:latin typeface="Arial Narrow"/>
                <a:ea typeface="Arial Narrow"/>
                <a:cs typeface="Arial Narrow"/>
              </a:rPr>
              <a:t>Local guidance</a:t>
            </a:r>
            <a:endParaRPr sz="900" b="0" i="0" u="none" strike="noStrike" cap="none">
              <a:solidFill>
                <a:srgbClr val="000000"/>
              </a:solidFill>
              <a:latin typeface="Arial"/>
              <a:ea typeface="Arial"/>
              <a:cs typeface="Arial"/>
            </a:endParaRPr>
          </a:p>
        </p:txBody>
      </p:sp>
      <p:sp>
        <p:nvSpPr>
          <p:cNvPr id="352" name="Google Shape;352;p4">
            <a:extLst xmlns:a="http://schemas.openxmlformats.org/drawingml/2006/main">
              <a:ext uri="{FF2B5EF4-FFF2-40B4-BE49-F238E27FC236}">
                <a16:creationId xmlns:a16="http://schemas.microsoft.com/office/drawing/2014/main" id="{85E2E48E-8409-4D8F-979D-6799FE9F5882}"/>
              </a:ext>
            </a:extLst>
          </p:cNvPr>
          <p:cNvSpPr>
            <a:spLocks xmlns:a="http://schemas.openxmlformats.org/drawingml/2006/main" noGrp="1"/>
          </p:cNvSpPr>
          <p:nvPr/>
        </p:nvSpPr>
        <p:spPr>
          <a:xfrm xmlns:a="http://schemas.openxmlformats.org/drawingml/2006/main">
            <a:off x="7439909" y="4650424"/>
            <a:ext cx="1353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43"/>
              <a:buFont typeface="Arial"/>
              <a:buNone/>
            </a:pPr>
            <a:r>
              <a:rPr sz="844" b="0" i="0" u="none" strike="noStrike" cap="none">
                <a:solidFill>
                  <a:srgbClr val="073DD0"/>
                </a:solidFill>
                <a:latin typeface="Arial Narrow"/>
                <a:ea typeface="Arial Narrow"/>
                <a:cs typeface="Arial Narrow"/>
              </a:rPr>
              <a:t>Validated service only</a:t>
            </a:r>
            <a:endParaRPr sz="900" b="0" i="0" u="none" strike="noStrike" cap="none">
              <a:solidFill>
                <a:srgbClr val="000000"/>
              </a:solidFill>
              <a:latin typeface="Arial"/>
              <a:ea typeface="Arial"/>
              <a:cs typeface="Arial"/>
            </a:endParaRPr>
          </a:p>
        </p:txBody>
      </p:sp>
      <p:sp>
        <p:nvSpPr>
          <p:cNvPr id="353" name="Google Shape;353;p4">
            <a:extLst xmlns:a="http://schemas.openxmlformats.org/drawingml/2006/main">
              <a:ext uri="{FF2B5EF4-FFF2-40B4-BE49-F238E27FC236}">
                <a16:creationId xmlns:a16="http://schemas.microsoft.com/office/drawing/2014/main" id="{D863B129-4AF6-4979-A64C-0A70383AAE5D}"/>
              </a:ext>
            </a:extLst>
          </p:cNvPr>
          <p:cNvSpPr>
            <a:spLocks xmlns:a="http://schemas.openxmlformats.org/drawingml/2006/main" noGrp="1"/>
          </p:cNvSpPr>
          <p:nvPr/>
        </p:nvSpPr>
        <p:spPr>
          <a:xfrm xmlns:a="http://schemas.openxmlformats.org/drawingml/2006/main">
            <a:off x="7403189" y="4823183"/>
            <a:ext cx="14271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00"/>
              <a:buFont typeface="Arial"/>
              <a:buNone/>
            </a:pPr>
            <a:r>
              <a:t/>
            </a:r>
            <a:endParaRPr sz="900" b="0" i="0" u="none" strike="noStrike" cap="none">
              <a:solidFill>
                <a:srgbClr val="000000"/>
              </a:solidFill>
              <a:latin typeface="Arial"/>
              <a:ea typeface="Arial"/>
              <a:cs typeface="Arial"/>
            </a:endParaRPr>
          </a:p>
        </p:txBody>
      </p:sp>
      <p:sp>
        <p:nvSpPr>
          <p:cNvPr id="354" name="Google Shape;354;p4">
            <a:extLst xmlns:a="http://schemas.openxmlformats.org/drawingml/2006/main">
              <a:ext uri="{FF2B5EF4-FFF2-40B4-BE49-F238E27FC236}">
                <a16:creationId xmlns:a16="http://schemas.microsoft.com/office/drawing/2014/main" id="{0F0FD2F6-0970-4AA5-869D-69CDB5D5F9B4}"/>
              </a:ext>
            </a:extLst>
          </p:cNvPr>
          <p:cNvSpPr>
            <a:spLocks xmlns:a="http://schemas.openxmlformats.org/drawingml/2006/main" noGrp="1"/>
          </p:cNvSpPr>
          <p:nvPr/>
        </p:nvSpPr>
        <p:spPr>
          <a:xfrm xmlns:a="http://schemas.openxmlformats.org/drawingml/2006/main">
            <a:off x="7390424" y="4814671"/>
            <a:ext cx="1427100" cy="10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72"/>
              <a:buFont typeface="Arial"/>
              <a:buNone/>
            </a:pPr>
            <a:r>
              <a:rPr sz="772" b="0" i="0" u="none" strike="noStrike" cap="none">
                <a:solidFill>
                  <a:srgbClr val="073DD0"/>
                </a:solidFill>
                <a:latin typeface="Arial Narrow"/>
                <a:ea typeface="Arial Narrow"/>
                <a:cs typeface="Arial Narrow"/>
              </a:rPr>
              <a:t>Expiry + delivery record</a:t>
            </a:r>
            <a:endParaRPr sz="900" b="0" i="0" u="none" strike="noStrike" cap="none">
              <a:solidFill>
                <a:srgbClr val="000000"/>
              </a:solidFill>
              <a:latin typeface="Arial"/>
              <a:ea typeface="Arial"/>
              <a:cs typeface="Arial"/>
            </a:endParaRPr>
          </a:p>
        </p:txBody>
      </p:sp>
      <p:sp>
        <p:nvSpPr>
          <p:cNvPr id="355" name="Google Shape;355;p4">
            <a:extLst xmlns:a="http://schemas.openxmlformats.org/drawingml/2006/main">
              <a:ext uri="{FF2B5EF4-FFF2-40B4-BE49-F238E27FC236}">
                <a16:creationId xmlns:a16="http://schemas.microsoft.com/office/drawing/2014/main" id="{DD204590-537A-49AD-AA9F-5FC068F5DDC0}"/>
              </a:ext>
            </a:extLst>
          </p:cNvPr>
          <p:cNvSpPr>
            <a:spLocks xmlns:a="http://schemas.openxmlformats.org/drawingml/2006/main" noGrp="1"/>
          </p:cNvSpPr>
          <p:nvPr/>
        </p:nvSpPr>
        <p:spPr>
          <a:xfrm xmlns:a="http://schemas.openxmlformats.org/drawingml/2006/main">
            <a:off x="3698197" y="3882156"/>
            <a:ext cx="1114800" cy="777900"/>
          </a:xfrm>
          <a:prstGeom xmlns:a="http://schemas.openxmlformats.org/drawingml/2006/main" prst="rect">
            <a:avLst/>
          </a:prstGeom>
          <a:solidFill xmlns:a="http://schemas.openxmlformats.org/drawingml/2006/main">
            <a:srgbClr val="E4F8FD"/>
          </a:solidFill>
          <a:ln xmlns:a="http://schemas.openxmlformats.org/drawingml/2006/main" w="12250" cap="flat" cmpd="sng">
            <a:solidFill>
              <a:srgbClr val="10A9BB"/>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6" name="Google Shape;356;p4">
            <a:extLst xmlns:a="http://schemas.openxmlformats.org/drawingml/2006/main">
              <a:ext uri="{FF2B5EF4-FFF2-40B4-BE49-F238E27FC236}">
                <a16:creationId xmlns:a16="http://schemas.microsoft.com/office/drawing/2014/main" id="{18F7F41F-C3E0-4343-8DCB-85069C333B8E}"/>
              </a:ext>
            </a:extLst>
          </p:cNvPr>
          <p:cNvSpPr>
            <a:spLocks xmlns:a="http://schemas.openxmlformats.org/drawingml/2006/main" noGrp="1"/>
          </p:cNvSpPr>
          <p:nvPr/>
        </p:nvSpPr>
        <p:spPr>
          <a:xfrm xmlns:a="http://schemas.openxmlformats.org/drawingml/2006/main">
            <a:off x="3698190" y="4562070"/>
            <a:ext cx="1114800" cy="238800"/>
          </a:xfrm>
          <a:prstGeom xmlns:a="http://schemas.openxmlformats.org/drawingml/2006/main" prst="ellipse">
            <a:avLst/>
          </a:prstGeom>
          <a:solidFill xmlns:a="http://schemas.openxmlformats.org/drawingml/2006/main">
            <a:srgbClr val="E4F8FD"/>
          </a:solidFill>
          <a:ln xmlns:a="http://schemas.openxmlformats.org/drawingml/2006/main" w="12250" cap="flat" cmpd="sng">
            <a:solidFill>
              <a:srgbClr val="10A9BB"/>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7" name="Google Shape;357;p4">
            <a:extLst xmlns:a="http://schemas.openxmlformats.org/drawingml/2006/main">
              <a:ext uri="{FF2B5EF4-FFF2-40B4-BE49-F238E27FC236}">
                <a16:creationId xmlns:a16="http://schemas.microsoft.com/office/drawing/2014/main" id="{E9DF3C65-ECCC-4F9F-AA88-BE56AC015615}"/>
              </a:ext>
            </a:extLst>
          </p:cNvPr>
          <p:cNvSpPr>
            <a:spLocks xmlns:a="http://schemas.openxmlformats.org/drawingml/2006/main" noGrp="1"/>
          </p:cNvSpPr>
          <p:nvPr/>
        </p:nvSpPr>
        <p:spPr>
          <a:xfrm xmlns:a="http://schemas.openxmlformats.org/drawingml/2006/main">
            <a:off x="3706773" y="3888281"/>
            <a:ext cx="1097700" cy="771900"/>
          </a:xfrm>
          <a:prstGeom xmlns:a="http://schemas.openxmlformats.org/drawingml/2006/main" prst="rect">
            <a:avLst/>
          </a:prstGeom>
          <a:solidFill xmlns:a="http://schemas.openxmlformats.org/drawingml/2006/main">
            <a:srgbClr val="E4F8FD"/>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58" name="Google Shape;358;p4">
            <a:extLst xmlns:a="http://schemas.openxmlformats.org/drawingml/2006/main">
              <a:ext uri="{FF2B5EF4-FFF2-40B4-BE49-F238E27FC236}">
                <a16:creationId xmlns:a16="http://schemas.microsoft.com/office/drawing/2014/main" id="{F39F5207-7A46-4428-8579-59D1800A3D1E}"/>
              </a:ext>
            </a:extLst>
          </p:cNvPr>
          <p:cNvSpPr>
            <a:spLocks xmlns:a="http://schemas.openxmlformats.org/drawingml/2006/main" noGrp="1"/>
          </p:cNvSpPr>
          <p:nvPr/>
        </p:nvSpPr>
        <p:spPr>
          <a:xfrm xmlns:a="http://schemas.openxmlformats.org/drawingml/2006/main">
            <a:off x="3698197" y="3749147"/>
            <a:ext cx="1114800" cy="196200"/>
          </a:xfrm>
          <a:prstGeom xmlns:a="http://schemas.openxmlformats.org/drawingml/2006/main" prst="ellipse">
            <a:avLst/>
          </a:prstGeom>
          <a:solidFill xmlns:a="http://schemas.openxmlformats.org/drawingml/2006/main">
            <a:srgbClr val="F8FEFF"/>
          </a:solidFill>
          <a:ln xmlns:a="http://schemas.openxmlformats.org/drawingml/2006/main" w="12250" cap="flat" cmpd="sng">
            <a:solidFill>
              <a:srgbClr val="10A9BB"/>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60" name="Google Shape;360;p4">
            <a:extLst xmlns:a="http://schemas.openxmlformats.org/drawingml/2006/main">
              <a:ext uri="{FF2B5EF4-FFF2-40B4-BE49-F238E27FC236}">
                <a16:creationId xmlns:a16="http://schemas.microsoft.com/office/drawing/2014/main" id="{2A901B64-92B6-4666-9633-EF123D8027C7}"/>
              </a:ext>
            </a:extLst>
          </p:cNvPr>
          <p:cNvSpPr>
            <a:spLocks xmlns:a="http://schemas.openxmlformats.org/drawingml/2006/main" noGrp="1"/>
          </p:cNvSpPr>
          <p:nvPr/>
        </p:nvSpPr>
        <p:spPr>
          <a:xfrm xmlns:a="http://schemas.openxmlformats.org/drawingml/2006/main">
            <a:off x="3722699" y="4292557"/>
            <a:ext cx="10659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16"/>
              <a:buFont typeface="Arial"/>
              <a:buNone/>
            </a:pPr>
            <a:r>
              <a:rPr sz="916" b="1" i="0" u="none" strike="noStrike" cap="none">
                <a:solidFill>
                  <a:srgbClr val="073DD0"/>
                </a:solidFill>
                <a:latin typeface="Arial Narrow"/>
                <a:ea typeface="Arial Narrow"/>
                <a:cs typeface="Arial Narrow"/>
              </a:rPr>
              <a:t>Versioned event store</a:t>
            </a:r>
            <a:endParaRPr sz="900" b="0" i="0" u="none" strike="noStrike" cap="none">
              <a:solidFill>
                <a:srgbClr val="000000"/>
              </a:solidFill>
              <a:latin typeface="Arial"/>
              <a:ea typeface="Arial"/>
              <a:cs typeface="Arial"/>
            </a:endParaRPr>
          </a:p>
        </p:txBody>
      </p:sp>
      <p:sp>
        <p:nvSpPr>
          <p:cNvPr id="361" name="Google Shape;361;p4">
            <a:extLst xmlns:a="http://schemas.openxmlformats.org/drawingml/2006/main">
              <a:ext uri="{FF2B5EF4-FFF2-40B4-BE49-F238E27FC236}">
                <a16:creationId xmlns:a16="http://schemas.microsoft.com/office/drawing/2014/main" id="{5612F600-348D-4D7A-A9FC-B7BF92ED8DEF}"/>
              </a:ext>
            </a:extLst>
          </p:cNvPr>
          <p:cNvSpPr>
            <a:spLocks xmlns:a="http://schemas.openxmlformats.org/drawingml/2006/main" noGrp="1"/>
          </p:cNvSpPr>
          <p:nvPr/>
        </p:nvSpPr>
        <p:spPr>
          <a:xfrm xmlns:a="http://schemas.openxmlformats.org/drawingml/2006/main">
            <a:off x="3728824" y="4464069"/>
            <a:ext cx="1053300" cy="20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48"/>
              <a:buFont typeface="Arial"/>
              <a:buNone/>
            </a:pPr>
            <a:r>
              <a:rPr sz="748" b="0" i="0" u="none" strike="noStrike" cap="none">
                <a:solidFill>
                  <a:srgbClr val="073DD0"/>
                </a:solidFill>
                <a:latin typeface="Arial Narrow"/>
                <a:ea typeface="Arial Narrow"/>
                <a:cs typeface="Arial Narrow"/>
              </a:rPr>
              <a:t>Forecasts / outcomes / coverage</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748"/>
              <a:buFont typeface="Arial"/>
              <a:buNone/>
            </a:pPr>
            <a:r>
              <a:rPr sz="748" b="0" i="0" u="none" strike="noStrike" cap="none">
                <a:solidFill>
                  <a:srgbClr val="073DD0"/>
                </a:solidFill>
                <a:latin typeface="Arial Narrow"/>
                <a:ea typeface="Arial Narrow"/>
                <a:cs typeface="Arial Narrow"/>
              </a:rPr>
              <a:t>Review and model history</a:t>
            </a:r>
            <a:endParaRPr sz="900" b="0" i="0" u="none" strike="noStrike" cap="none">
              <a:solidFill>
                <a:srgbClr val="000000"/>
              </a:solidFill>
              <a:latin typeface="Arial"/>
              <a:ea typeface="Arial"/>
              <a:cs typeface="Arial"/>
            </a:endParaRPr>
          </a:p>
        </p:txBody>
      </p:sp>
      <p:sp>
        <p:nvSpPr>
          <p:cNvPr id="362" name="Google Shape;362;p4">
            <a:extLst xmlns:a="http://schemas.openxmlformats.org/drawingml/2006/main">
              <a:ext uri="{FF2B5EF4-FFF2-40B4-BE49-F238E27FC236}">
                <a16:creationId xmlns:a16="http://schemas.microsoft.com/office/drawing/2014/main" id="{4AD4987D-AB87-4314-96C1-259032AA7DA5}"/>
              </a:ext>
            </a:extLst>
          </p:cNvPr>
          <p:cNvSpPr>
            <a:spLocks xmlns:a="http://schemas.openxmlformats.org/drawingml/2006/main" noGrp="1"/>
          </p:cNvSpPr>
          <p:nvPr/>
        </p:nvSpPr>
        <p:spPr>
          <a:xfrm xmlns:a="http://schemas.openxmlformats.org/drawingml/2006/main">
            <a:off x="4616130" y="3121593"/>
            <a:ext cx="606300" cy="171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63" name="Google Shape;363;p4">
            <a:extLst xmlns:a="http://schemas.openxmlformats.org/drawingml/2006/main">
              <a:ext uri="{FF2B5EF4-FFF2-40B4-BE49-F238E27FC236}">
                <a16:creationId xmlns:a16="http://schemas.microsoft.com/office/drawing/2014/main" id="{4B9830AE-5805-412F-8036-AAD5BC70FE7B}"/>
              </a:ext>
            </a:extLst>
          </p:cNvPr>
          <p:cNvSpPr>
            <a:spLocks xmlns:a="http://schemas.openxmlformats.org/drawingml/2006/main" noGrp="1"/>
          </p:cNvSpPr>
          <p:nvPr/>
        </p:nvSpPr>
        <p:spPr>
          <a:xfrm xmlns:a="http://schemas.openxmlformats.org/drawingml/2006/main">
            <a:off x="4634506" y="3121593"/>
            <a:ext cx="5700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68"/>
              <a:buFont typeface="Arial"/>
              <a:buNone/>
            </a:pPr>
            <a:r>
              <a:rPr sz="868" b="0" i="0" u="none" strike="noStrike" cap="none">
                <a:solidFill>
                  <a:srgbClr val="073DD0"/>
                </a:solidFill>
                <a:latin typeface="Arial Narrow"/>
                <a:ea typeface="Arial Narrow"/>
                <a:cs typeface="Arial Narrow"/>
              </a:rPr>
              <a:t>read / write</a:t>
            </a:r>
            <a:endParaRPr sz="900" b="0" i="0" u="none" strike="noStrike" cap="none">
              <a:solidFill>
                <a:srgbClr val="000000"/>
              </a:solidFill>
              <a:latin typeface="Arial"/>
              <a:ea typeface="Arial"/>
              <a:cs typeface="Arial"/>
            </a:endParaRPr>
          </a:p>
        </p:txBody>
      </p:sp>
      <p:sp>
        <p:nvSpPr>
          <p:cNvPr id="364" name="Google Shape;364;p4">
            <a:extLst xmlns:a="http://schemas.openxmlformats.org/drawingml/2006/main">
              <a:ext uri="{FF2B5EF4-FFF2-40B4-BE49-F238E27FC236}">
                <a16:creationId xmlns:a16="http://schemas.microsoft.com/office/drawing/2014/main" id="{A0A60CF9-10B4-4B52-82E9-4A6D34C12ED2}"/>
              </a:ext>
            </a:extLst>
          </p:cNvPr>
          <p:cNvSpPr>
            <a:spLocks xmlns:a="http://schemas.openxmlformats.org/drawingml/2006/main" noGrp="1"/>
          </p:cNvSpPr>
          <p:nvPr/>
        </p:nvSpPr>
        <p:spPr>
          <a:xfrm xmlns:a="http://schemas.openxmlformats.org/drawingml/2006/main">
            <a:off x="4855895" y="3974037"/>
            <a:ext cx="318300" cy="2634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65" name="Google Shape;365;p4">
            <a:extLst xmlns:a="http://schemas.openxmlformats.org/drawingml/2006/main">
              <a:ext uri="{FF2B5EF4-FFF2-40B4-BE49-F238E27FC236}">
                <a16:creationId xmlns:a16="http://schemas.microsoft.com/office/drawing/2014/main" id="{4EC9AD5A-8CC0-4E7F-9F27-1FF3F7DB2330}"/>
              </a:ext>
            </a:extLst>
          </p:cNvPr>
          <p:cNvSpPr>
            <a:spLocks xmlns:a="http://schemas.openxmlformats.org/drawingml/2006/main" noGrp="1"/>
          </p:cNvSpPr>
          <p:nvPr/>
        </p:nvSpPr>
        <p:spPr>
          <a:xfrm xmlns:a="http://schemas.openxmlformats.org/drawingml/2006/main">
            <a:off x="4826225" y="3984145"/>
            <a:ext cx="336900" cy="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07"/>
              <a:buFont typeface="Arial"/>
              <a:buNone/>
            </a:pPr>
            <a:r>
              <a:rPr sz="707" b="0" i="0" u="none" strike="noStrike" cap="none">
                <a:solidFill>
                  <a:srgbClr val="073DD0"/>
                </a:solidFill>
                <a:latin typeface="Arial Narrow"/>
                <a:ea typeface="Arial Narrow"/>
                <a:cs typeface="Arial Narrow"/>
              </a:rPr>
              <a:t>file</a:t>
            </a:r>
            <a:endParaRPr sz="836"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707"/>
              <a:buFont typeface="Arial"/>
              <a:buNone/>
            </a:pPr>
            <a:r>
              <a:rPr sz="707" b="0" i="0" u="none" strike="noStrike" cap="none">
                <a:solidFill>
                  <a:srgbClr val="073DD0"/>
                </a:solidFill>
                <a:latin typeface="Arial Narrow"/>
                <a:ea typeface="Arial Narrow"/>
                <a:cs typeface="Arial Narrow"/>
              </a:rPr>
              <a:t>reference</a:t>
            </a:r>
            <a:endParaRPr sz="836" b="0" i="0" u="none" strike="noStrike" cap="none">
              <a:solidFill>
                <a:srgbClr val="000000"/>
              </a:solidFill>
              <a:latin typeface="Arial"/>
              <a:ea typeface="Arial"/>
              <a:cs typeface="Arial"/>
            </a:endParaRPr>
          </a:p>
        </p:txBody>
      </p:sp>
      <p:sp>
        <p:nvSpPr>
          <p:cNvPr id="366" name="Google Shape;366;p4">
            <a:extLst xmlns:a="http://schemas.openxmlformats.org/drawingml/2006/main">
              <a:ext uri="{FF2B5EF4-FFF2-40B4-BE49-F238E27FC236}">
                <a16:creationId xmlns:a16="http://schemas.microsoft.com/office/drawing/2014/main" id="{0849B127-A105-4A7E-8E2B-8487C46421CC}"/>
              </a:ext>
            </a:extLst>
          </p:cNvPr>
          <p:cNvSpPr>
            <a:spLocks xmlns:a="http://schemas.openxmlformats.org/drawingml/2006/main" noGrp="1"/>
          </p:cNvSpPr>
          <p:nvPr/>
        </p:nvSpPr>
        <p:spPr>
          <a:xfrm xmlns:a="http://schemas.openxmlformats.org/drawingml/2006/main">
            <a:off x="5211167" y="3992413"/>
            <a:ext cx="618101" cy="434507"/>
          </a:xfrm>
          <a:custGeom xmlns:a="http://schemas.openxmlformats.org/drawingml/2006/main">
            <a:rect l="l" t="t" r="r" b="b"/>
            <a:pathLst>
              <a:path w="962025" h="676275">
                <a:moveTo>
                  <a:pt x="0" y="66675"/>
                </a:moveTo>
                <a:lnTo>
                  <a:pt x="0" y="0"/>
                </a:lnTo>
                <a:lnTo>
                  <a:pt x="285750" y="0"/>
                </a:lnTo>
                <a:lnTo>
                  <a:pt x="390525" y="104775"/>
                </a:lnTo>
                <a:lnTo>
                  <a:pt x="962025" y="104775"/>
                </a:lnTo>
                <a:lnTo>
                  <a:pt x="962025" y="676275"/>
                </a:lnTo>
                <a:lnTo>
                  <a:pt x="0" y="676275"/>
                </a:lnTo>
                <a:close/>
              </a:path>
            </a:pathLst>
          </a:custGeom>
          <a:solidFill xmlns:a="http://schemas.openxmlformats.org/drawingml/2006/main">
            <a:srgbClr val="096BF3"/>
          </a:solidFill>
          <a:ln xmlns:a="http://schemas.openxmlformats.org/drawingml/2006/main" w="12250" cap="flat" cmpd="sng">
            <a:solidFill>
              <a:srgbClr val="096BF3"/>
            </a:solidFill>
            <a:prstDash val="solid"/>
            <a:round/>
            <a:headEnd type="none" w="sm" len="sm"/>
            <a:tailEnd type="none" w="sm" len="sm"/>
          </a:ln>
        </p:spPr>
      </p:sp>
      <p:sp>
        <p:nvSpPr>
          <p:cNvPr id="367" name="Google Shape;367;p4">
            <a:extLst xmlns:a="http://schemas.openxmlformats.org/drawingml/2006/main">
              <a:ext uri="{FF2B5EF4-FFF2-40B4-BE49-F238E27FC236}">
                <a16:creationId xmlns:a16="http://schemas.microsoft.com/office/drawing/2014/main" id="{F0F111EB-0C8C-49B1-B4DE-A80E1C8B9623}"/>
              </a:ext>
            </a:extLst>
          </p:cNvPr>
          <p:cNvSpPr>
            <a:spLocks xmlns:a="http://schemas.openxmlformats.org/drawingml/2006/main" noGrp="1"/>
          </p:cNvSpPr>
          <p:nvPr/>
        </p:nvSpPr>
        <p:spPr>
          <a:xfrm xmlns:a="http://schemas.openxmlformats.org/drawingml/2006/main">
            <a:off x="5192785" y="4084290"/>
            <a:ext cx="618600" cy="361500"/>
          </a:xfrm>
          <a:prstGeom xmlns:a="http://schemas.openxmlformats.org/drawingml/2006/main" prst="roundRect">
            <a:avLst>
              <a:gd name="adj" fmla="val 9677"/>
            </a:avLst>
          </a:prstGeom>
          <a:solidFill xmlns:a="http://schemas.openxmlformats.org/drawingml/2006/main">
            <a:srgbClr val="E2F4FF"/>
          </a:solidFill>
          <a:ln xmlns:a="http://schemas.openxmlformats.org/drawingml/2006/main" w="9525" cap="flat" cmpd="sng">
            <a:solidFill>
              <a:srgbClr val="096BF3"/>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68" name="Google Shape;368;p4">
            <a:extLst xmlns:a="http://schemas.openxmlformats.org/drawingml/2006/main">
              <a:ext uri="{FF2B5EF4-FFF2-40B4-BE49-F238E27FC236}">
                <a16:creationId xmlns:a16="http://schemas.microsoft.com/office/drawing/2014/main" id="{F3D8F0BF-B88E-4F99-BB1C-CDAEEAF1D4D1}"/>
              </a:ext>
            </a:extLst>
          </p:cNvPr>
          <p:cNvSpPr>
            <a:spLocks xmlns:a="http://schemas.openxmlformats.org/drawingml/2006/main" noGrp="1"/>
          </p:cNvSpPr>
          <p:nvPr/>
        </p:nvSpPr>
        <p:spPr>
          <a:xfrm xmlns:a="http://schemas.openxmlformats.org/drawingml/2006/main">
            <a:off x="5360805" y="4139398"/>
            <a:ext cx="275700" cy="226800"/>
          </a:xfrm>
          <a:prstGeom xmlns:a="http://schemas.openxmlformats.org/drawingml/2006/main" prst="roundRect">
            <a:avLst>
              <a:gd name="adj" fmla="val 13514"/>
            </a:avLst>
          </a:prstGeom>
          <a:solidFill xmlns:a="http://schemas.openxmlformats.org/drawingml/2006/main">
            <a:srgbClr val="096BF3"/>
          </a:solidFill>
          <a:ln xmlns:a="http://schemas.openxmlformats.org/drawingml/2006/main" w="9525" cap="flat" cmpd="sng">
            <a:solidFill>
              <a:srgbClr val="096BF3"/>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69" name="Google Shape;369;p4">
            <a:extLst xmlns:a="http://schemas.openxmlformats.org/drawingml/2006/main">
              <a:ext uri="{FF2B5EF4-FFF2-40B4-BE49-F238E27FC236}">
                <a16:creationId xmlns:a16="http://schemas.microsoft.com/office/drawing/2014/main" id="{3447C45C-DD60-4DE0-A00D-C688C8B1B4D9}"/>
              </a:ext>
            </a:extLst>
          </p:cNvPr>
          <p:cNvSpPr>
            <a:spLocks xmlns:a="http://schemas.openxmlformats.org/drawingml/2006/main" noGrp="1"/>
          </p:cNvSpPr>
          <p:nvPr/>
        </p:nvSpPr>
        <p:spPr>
          <a:xfrm xmlns:a="http://schemas.openxmlformats.org/drawingml/2006/main">
            <a:off x="5455773" y="4194559"/>
            <a:ext cx="85677" cy="116276"/>
          </a:xfrm>
          <a:custGeom xmlns:a="http://schemas.openxmlformats.org/drawingml/2006/main">
            <a:rect l="l" t="t" r="r" b="b"/>
            <a:pathLst>
              <a:path w="133350" h="180975">
                <a:moveTo>
                  <a:pt x="0" y="0"/>
                </a:moveTo>
                <a:lnTo>
                  <a:pt x="0" y="180975"/>
                </a:lnTo>
                <a:lnTo>
                  <a:pt x="133350" y="85725"/>
                </a:lnTo>
                <a:close/>
              </a:path>
            </a:pathLst>
          </a:custGeom>
          <a:solidFill xmlns:a="http://schemas.openxmlformats.org/drawingml/2006/main">
            <a:srgbClr val="FFFFFF"/>
          </a:solidFill>
          <a:ln xmlns:a="http://schemas.openxmlformats.org/drawingml/2006/main">
            <a:noFill/>
          </a:ln>
        </p:spPr>
      </p:sp>
      <p:sp>
        <p:nvSpPr>
          <p:cNvPr id="370" name="Google Shape;370;p4">
            <a:extLst xmlns:a="http://schemas.openxmlformats.org/drawingml/2006/main">
              <a:ext uri="{FF2B5EF4-FFF2-40B4-BE49-F238E27FC236}">
                <a16:creationId xmlns:a16="http://schemas.microsoft.com/office/drawing/2014/main" id="{32E243AE-10CD-416E-B093-6B4677E9B0D1}"/>
              </a:ext>
            </a:extLst>
          </p:cNvPr>
          <p:cNvSpPr>
            <a:spLocks xmlns:a="http://schemas.openxmlformats.org/drawingml/2006/main" noGrp="1"/>
          </p:cNvSpPr>
          <p:nvPr/>
        </p:nvSpPr>
        <p:spPr>
          <a:xfrm xmlns:a="http://schemas.openxmlformats.org/drawingml/2006/main">
            <a:off x="5035999" y="4491038"/>
            <a:ext cx="9435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Weather archive</a:t>
            </a:r>
            <a:endParaRPr sz="900" b="0" i="0" u="none" strike="noStrike" cap="none">
              <a:solidFill>
                <a:srgbClr val="000000"/>
              </a:solidFill>
              <a:latin typeface="Arial"/>
              <a:ea typeface="Arial"/>
              <a:cs typeface="Arial"/>
            </a:endParaRPr>
          </a:p>
        </p:txBody>
      </p:sp>
      <p:sp>
        <p:nvSpPr>
          <p:cNvPr id="371" name="Google Shape;371;p4">
            <a:extLst xmlns:a="http://schemas.openxmlformats.org/drawingml/2006/main">
              <a:ext uri="{FF2B5EF4-FFF2-40B4-BE49-F238E27FC236}">
                <a16:creationId xmlns:a16="http://schemas.microsoft.com/office/drawing/2014/main" id="{6C948D31-CE93-48BD-981B-5537A720F324}"/>
              </a:ext>
            </a:extLst>
          </p:cNvPr>
          <p:cNvSpPr>
            <a:spLocks xmlns:a="http://schemas.openxmlformats.org/drawingml/2006/main" noGrp="1"/>
          </p:cNvSpPr>
          <p:nvPr/>
        </p:nvSpPr>
        <p:spPr>
          <a:xfrm xmlns:a="http://schemas.openxmlformats.org/drawingml/2006/main">
            <a:off x="4925742" y="4687051"/>
            <a:ext cx="1151700" cy="2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Raw images + numeric fields</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Source and processing version</a:t>
            </a:r>
            <a:endParaRPr sz="900" b="0" i="0" u="none" strike="noStrike" cap="none">
              <a:solidFill>
                <a:srgbClr val="000000"/>
              </a:solidFill>
              <a:latin typeface="Arial"/>
              <a:ea typeface="Arial"/>
              <a:cs typeface="Arial"/>
            </a:endParaRPr>
          </a:p>
        </p:txBody>
      </p:sp>
      <p:sp>
        <p:nvSpPr>
          <p:cNvPr id="372" name="Google Shape;372;p4">
            <a:extLst xmlns:a="http://schemas.openxmlformats.org/drawingml/2006/main">
              <a:ext uri="{FF2B5EF4-FFF2-40B4-BE49-F238E27FC236}">
                <a16:creationId xmlns:a16="http://schemas.microsoft.com/office/drawing/2014/main" id="{B86D77ED-0D1F-4E90-B1BE-824C5CB2DA98}"/>
              </a:ext>
            </a:extLst>
          </p:cNvPr>
          <p:cNvSpPr>
            <a:spLocks xmlns:a="http://schemas.openxmlformats.org/drawingml/2006/main" noGrp="1"/>
          </p:cNvSpPr>
          <p:nvPr/>
        </p:nvSpPr>
        <p:spPr>
          <a:xfrm xmlns:a="http://schemas.openxmlformats.org/drawingml/2006/main">
            <a:off x="6288360" y="4485945"/>
            <a:ext cx="949500" cy="771900"/>
          </a:xfrm>
          <a:prstGeom xmlns:a="http://schemas.openxmlformats.org/drawingml/2006/main" prst="roundRect">
            <a:avLst>
              <a:gd name="adj" fmla="val 4795"/>
            </a:avLst>
          </a:prstGeom>
          <a:solidFill xmlns:a="http://schemas.openxmlformats.org/drawingml/2006/main">
            <a:srgbClr val="EEF9FF"/>
          </a:solidFill>
          <a:ln xmlns:a="http://schemas.openxmlformats.org/drawingml/2006/main" w="9525" cap="flat" cmpd="sng">
            <a:solidFill>
              <a:srgbClr val="63ADD9"/>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73" name="Google Shape;373;p4">
            <a:extLst xmlns:a="http://schemas.openxmlformats.org/drawingml/2006/main">
              <a:ext uri="{FF2B5EF4-FFF2-40B4-BE49-F238E27FC236}">
                <a16:creationId xmlns:a16="http://schemas.microsoft.com/office/drawing/2014/main" id="{17A102B8-618E-4956-9C0B-09BA24DDD518}"/>
              </a:ext>
            </a:extLst>
          </p:cNvPr>
          <p:cNvSpPr>
            <a:spLocks xmlns:a="http://schemas.openxmlformats.org/drawingml/2006/main" noGrp="1"/>
          </p:cNvSpPr>
          <p:nvPr/>
        </p:nvSpPr>
        <p:spPr>
          <a:xfrm xmlns:a="http://schemas.openxmlformats.org/drawingml/2006/main">
            <a:off x="6631382" y="4530319"/>
            <a:ext cx="263462" cy="263461"/>
          </a:xfrm>
          <a:custGeom xmlns:a="http://schemas.openxmlformats.org/drawingml/2006/main">
            <a:rect l="l" t="t" r="r" b="b"/>
            <a:pathLst>
              <a:path w="228600" h="228600">
                <a:moveTo>
                  <a:pt x="206483" y="4963"/>
                </a:moveTo>
                <a:lnTo>
                  <a:pt x="204346" y="3271"/>
                </a:lnTo>
                <a:lnTo>
                  <a:pt x="202151" y="1944"/>
                </a:lnTo>
                <a:lnTo>
                  <a:pt x="199902" y="969"/>
                </a:lnTo>
                <a:lnTo>
                  <a:pt x="197605" y="335"/>
                </a:lnTo>
                <a:lnTo>
                  <a:pt x="195264" y="30"/>
                </a:lnTo>
                <a:lnTo>
                  <a:pt x="192884" y="42"/>
                </a:lnTo>
                <a:lnTo>
                  <a:pt x="190470" y="360"/>
                </a:lnTo>
                <a:lnTo>
                  <a:pt x="188027" y="971"/>
                </a:lnTo>
                <a:lnTo>
                  <a:pt x="185559" y="1864"/>
                </a:lnTo>
                <a:lnTo>
                  <a:pt x="183072" y="3027"/>
                </a:lnTo>
                <a:lnTo>
                  <a:pt x="180570" y="4448"/>
                </a:lnTo>
                <a:lnTo>
                  <a:pt x="178057" y="6116"/>
                </a:lnTo>
                <a:lnTo>
                  <a:pt x="175540" y="8019"/>
                </a:lnTo>
                <a:lnTo>
                  <a:pt x="173022" y="10144"/>
                </a:lnTo>
                <a:lnTo>
                  <a:pt x="172346" y="10756"/>
                </a:lnTo>
                <a:lnTo>
                  <a:pt x="171677" y="11375"/>
                </a:lnTo>
                <a:lnTo>
                  <a:pt x="171016" y="12001"/>
                </a:lnTo>
                <a:lnTo>
                  <a:pt x="170361" y="12635"/>
                </a:lnTo>
                <a:lnTo>
                  <a:pt x="169713" y="13276"/>
                </a:lnTo>
                <a:lnTo>
                  <a:pt x="169072" y="13923"/>
                </a:lnTo>
                <a:lnTo>
                  <a:pt x="168438" y="14578"/>
                </a:lnTo>
                <a:lnTo>
                  <a:pt x="167811" y="15240"/>
                </a:lnTo>
                <a:lnTo>
                  <a:pt x="163533" y="20074"/>
                </a:lnTo>
                <a:lnTo>
                  <a:pt x="159324" y="25403"/>
                </a:lnTo>
                <a:lnTo>
                  <a:pt x="155209" y="31168"/>
                </a:lnTo>
                <a:lnTo>
                  <a:pt x="151213" y="37309"/>
                </a:lnTo>
                <a:lnTo>
                  <a:pt x="147362" y="43765"/>
                </a:lnTo>
                <a:lnTo>
                  <a:pt x="143679" y="50476"/>
                </a:lnTo>
                <a:lnTo>
                  <a:pt x="140190" y="57382"/>
                </a:lnTo>
                <a:lnTo>
                  <a:pt x="136920" y="64424"/>
                </a:lnTo>
                <a:lnTo>
                  <a:pt x="133894" y="71540"/>
                </a:lnTo>
                <a:lnTo>
                  <a:pt x="131136" y="78672"/>
                </a:lnTo>
                <a:lnTo>
                  <a:pt x="128672" y="85759"/>
                </a:lnTo>
                <a:lnTo>
                  <a:pt x="126527" y="92740"/>
                </a:lnTo>
                <a:lnTo>
                  <a:pt x="124725" y="99556"/>
                </a:lnTo>
                <a:lnTo>
                  <a:pt x="123292" y="106147"/>
                </a:lnTo>
                <a:lnTo>
                  <a:pt x="123768" y="107145"/>
                </a:lnTo>
                <a:lnTo>
                  <a:pt x="124228" y="108176"/>
                </a:lnTo>
                <a:lnTo>
                  <a:pt x="124674" y="109234"/>
                </a:lnTo>
                <a:lnTo>
                  <a:pt x="125103" y="110314"/>
                </a:lnTo>
                <a:lnTo>
                  <a:pt x="125516" y="111409"/>
                </a:lnTo>
                <a:lnTo>
                  <a:pt x="125913" y="112514"/>
                </a:lnTo>
                <a:lnTo>
                  <a:pt x="126293" y="113624"/>
                </a:lnTo>
                <a:lnTo>
                  <a:pt x="126657" y="114731"/>
                </a:lnTo>
                <a:lnTo>
                  <a:pt x="127003" y="115831"/>
                </a:lnTo>
                <a:lnTo>
                  <a:pt x="127333" y="116918"/>
                </a:lnTo>
                <a:lnTo>
                  <a:pt x="127645" y="117985"/>
                </a:lnTo>
                <a:lnTo>
                  <a:pt x="127939" y="119028"/>
                </a:lnTo>
                <a:lnTo>
                  <a:pt x="128215" y="120040"/>
                </a:lnTo>
                <a:lnTo>
                  <a:pt x="128473" y="121015"/>
                </a:lnTo>
                <a:lnTo>
                  <a:pt x="128689" y="121847"/>
                </a:lnTo>
                <a:lnTo>
                  <a:pt x="128898" y="122681"/>
                </a:lnTo>
                <a:lnTo>
                  <a:pt x="129102" y="123516"/>
                </a:lnTo>
                <a:lnTo>
                  <a:pt x="129301" y="124352"/>
                </a:lnTo>
                <a:lnTo>
                  <a:pt x="129493" y="125190"/>
                </a:lnTo>
                <a:lnTo>
                  <a:pt x="129680" y="126029"/>
                </a:lnTo>
                <a:lnTo>
                  <a:pt x="129860" y="126870"/>
                </a:lnTo>
                <a:lnTo>
                  <a:pt x="130035" y="127711"/>
                </a:lnTo>
                <a:lnTo>
                  <a:pt x="130032" y="127701"/>
                </a:lnTo>
                <a:lnTo>
                  <a:pt x="130023" y="127667"/>
                </a:lnTo>
                <a:lnTo>
                  <a:pt x="130007" y="127610"/>
                </a:lnTo>
                <a:lnTo>
                  <a:pt x="129982" y="127527"/>
                </a:lnTo>
                <a:lnTo>
                  <a:pt x="129949" y="127416"/>
                </a:lnTo>
                <a:lnTo>
                  <a:pt x="129906" y="127276"/>
                </a:lnTo>
                <a:lnTo>
                  <a:pt x="129853" y="127105"/>
                </a:lnTo>
                <a:lnTo>
                  <a:pt x="129789" y="126901"/>
                </a:lnTo>
                <a:lnTo>
                  <a:pt x="129712" y="126663"/>
                </a:lnTo>
                <a:lnTo>
                  <a:pt x="129623" y="126388"/>
                </a:lnTo>
                <a:lnTo>
                  <a:pt x="129520" y="126075"/>
                </a:lnTo>
                <a:lnTo>
                  <a:pt x="129402" y="125723"/>
                </a:lnTo>
                <a:lnTo>
                  <a:pt x="129270" y="125329"/>
                </a:lnTo>
                <a:lnTo>
                  <a:pt x="129121" y="124892"/>
                </a:lnTo>
                <a:lnTo>
                  <a:pt x="128645" y="123501"/>
                </a:lnTo>
                <a:lnTo>
                  <a:pt x="128608" y="123405"/>
                </a:lnTo>
                <a:lnTo>
                  <a:pt x="128570" y="123309"/>
                </a:lnTo>
                <a:lnTo>
                  <a:pt x="128531" y="123214"/>
                </a:lnTo>
                <a:lnTo>
                  <a:pt x="128492" y="123118"/>
                </a:lnTo>
                <a:lnTo>
                  <a:pt x="128453" y="123023"/>
                </a:lnTo>
                <a:lnTo>
                  <a:pt x="128413" y="122928"/>
                </a:lnTo>
                <a:lnTo>
                  <a:pt x="128372" y="122834"/>
                </a:lnTo>
                <a:lnTo>
                  <a:pt x="128330" y="122739"/>
                </a:lnTo>
                <a:lnTo>
                  <a:pt x="128015" y="122037"/>
                </a:lnTo>
                <a:lnTo>
                  <a:pt x="127638" y="121246"/>
                </a:lnTo>
                <a:lnTo>
                  <a:pt x="127210" y="120383"/>
                </a:lnTo>
                <a:lnTo>
                  <a:pt x="126740" y="119462"/>
                </a:lnTo>
                <a:lnTo>
                  <a:pt x="126237" y="118499"/>
                </a:lnTo>
                <a:lnTo>
                  <a:pt x="125711" y="117509"/>
                </a:lnTo>
                <a:lnTo>
                  <a:pt x="125170" y="116507"/>
                </a:lnTo>
                <a:lnTo>
                  <a:pt x="124626" y="115510"/>
                </a:lnTo>
                <a:lnTo>
                  <a:pt x="124086" y="114531"/>
                </a:lnTo>
                <a:lnTo>
                  <a:pt x="123561" y="113587"/>
                </a:lnTo>
                <a:lnTo>
                  <a:pt x="123060" y="112693"/>
                </a:lnTo>
                <a:lnTo>
                  <a:pt x="122593" y="111863"/>
                </a:lnTo>
                <a:lnTo>
                  <a:pt x="122168" y="111114"/>
                </a:lnTo>
                <a:lnTo>
                  <a:pt x="121796" y="110461"/>
                </a:lnTo>
                <a:lnTo>
                  <a:pt x="121507" y="111321"/>
                </a:lnTo>
                <a:lnTo>
                  <a:pt x="121222" y="112172"/>
                </a:lnTo>
                <a:lnTo>
                  <a:pt x="120942" y="113014"/>
                </a:lnTo>
                <a:lnTo>
                  <a:pt x="120667" y="113848"/>
                </a:lnTo>
                <a:lnTo>
                  <a:pt x="120397" y="114672"/>
                </a:lnTo>
                <a:lnTo>
                  <a:pt x="120133" y="115488"/>
                </a:lnTo>
                <a:lnTo>
                  <a:pt x="119873" y="116294"/>
                </a:lnTo>
                <a:lnTo>
                  <a:pt x="119619" y="117091"/>
                </a:lnTo>
                <a:lnTo>
                  <a:pt x="119371" y="117878"/>
                </a:lnTo>
                <a:lnTo>
                  <a:pt x="119128" y="118656"/>
                </a:lnTo>
                <a:lnTo>
                  <a:pt x="118891" y="119423"/>
                </a:lnTo>
                <a:lnTo>
                  <a:pt x="118660" y="120180"/>
                </a:lnTo>
                <a:lnTo>
                  <a:pt x="118434" y="120927"/>
                </a:lnTo>
                <a:lnTo>
                  <a:pt x="118215" y="121663"/>
                </a:lnTo>
                <a:lnTo>
                  <a:pt x="119175" y="123552"/>
                </a:lnTo>
                <a:lnTo>
                  <a:pt x="120077" y="125580"/>
                </a:lnTo>
                <a:lnTo>
                  <a:pt x="120919" y="127704"/>
                </a:lnTo>
                <a:lnTo>
                  <a:pt x="121700" y="129877"/>
                </a:lnTo>
                <a:lnTo>
                  <a:pt x="122417" y="132056"/>
                </a:lnTo>
                <a:lnTo>
                  <a:pt x="123067" y="134195"/>
                </a:lnTo>
                <a:lnTo>
                  <a:pt x="123649" y="136250"/>
                </a:lnTo>
                <a:lnTo>
                  <a:pt x="124160" y="138177"/>
                </a:lnTo>
                <a:lnTo>
                  <a:pt x="124599" y="139929"/>
                </a:lnTo>
                <a:lnTo>
                  <a:pt x="124963" y="141464"/>
                </a:lnTo>
                <a:lnTo>
                  <a:pt x="125249" y="142735"/>
                </a:lnTo>
                <a:lnTo>
                  <a:pt x="125457" y="143698"/>
                </a:lnTo>
                <a:lnTo>
                  <a:pt x="125583" y="144309"/>
                </a:lnTo>
                <a:lnTo>
                  <a:pt x="125625" y="144523"/>
                </a:lnTo>
                <a:lnTo>
                  <a:pt x="125621" y="144508"/>
                </a:lnTo>
                <a:lnTo>
                  <a:pt x="125609" y="144461"/>
                </a:lnTo>
                <a:lnTo>
                  <a:pt x="125586" y="144379"/>
                </a:lnTo>
                <a:lnTo>
                  <a:pt x="125551" y="144260"/>
                </a:lnTo>
                <a:lnTo>
                  <a:pt x="125503" y="144099"/>
                </a:lnTo>
                <a:lnTo>
                  <a:pt x="125440" y="143895"/>
                </a:lnTo>
                <a:lnTo>
                  <a:pt x="125361" y="143643"/>
                </a:lnTo>
                <a:lnTo>
                  <a:pt x="125264" y="143341"/>
                </a:lnTo>
                <a:lnTo>
                  <a:pt x="125148" y="142987"/>
                </a:lnTo>
                <a:lnTo>
                  <a:pt x="125011" y="142576"/>
                </a:lnTo>
                <a:lnTo>
                  <a:pt x="124852" y="142106"/>
                </a:lnTo>
                <a:lnTo>
                  <a:pt x="124669" y="141575"/>
                </a:lnTo>
                <a:lnTo>
                  <a:pt x="124460" y="140978"/>
                </a:lnTo>
                <a:lnTo>
                  <a:pt x="124225" y="140313"/>
                </a:lnTo>
                <a:lnTo>
                  <a:pt x="123947" y="139606"/>
                </a:lnTo>
                <a:lnTo>
                  <a:pt x="123561" y="138742"/>
                </a:lnTo>
                <a:lnTo>
                  <a:pt x="123084" y="137748"/>
                </a:lnTo>
                <a:lnTo>
                  <a:pt x="122535" y="136653"/>
                </a:lnTo>
                <a:lnTo>
                  <a:pt x="121930" y="135485"/>
                </a:lnTo>
                <a:lnTo>
                  <a:pt x="121287" y="134273"/>
                </a:lnTo>
                <a:lnTo>
                  <a:pt x="120623" y="133044"/>
                </a:lnTo>
                <a:lnTo>
                  <a:pt x="119957" y="131828"/>
                </a:lnTo>
                <a:lnTo>
                  <a:pt x="119305" y="130652"/>
                </a:lnTo>
                <a:lnTo>
                  <a:pt x="118684" y="129544"/>
                </a:lnTo>
                <a:lnTo>
                  <a:pt x="118114" y="128534"/>
                </a:lnTo>
                <a:lnTo>
                  <a:pt x="117609" y="127649"/>
                </a:lnTo>
                <a:lnTo>
                  <a:pt x="117190" y="126918"/>
                </a:lnTo>
                <a:lnTo>
                  <a:pt x="116872" y="126368"/>
                </a:lnTo>
                <a:lnTo>
                  <a:pt x="116448" y="127970"/>
                </a:lnTo>
                <a:lnTo>
                  <a:pt x="116063" y="129493"/>
                </a:lnTo>
                <a:lnTo>
                  <a:pt x="115717" y="130934"/>
                </a:lnTo>
                <a:lnTo>
                  <a:pt x="115411" y="132288"/>
                </a:lnTo>
                <a:lnTo>
                  <a:pt x="115146" y="133554"/>
                </a:lnTo>
                <a:lnTo>
                  <a:pt x="114923" y="134728"/>
                </a:lnTo>
                <a:lnTo>
                  <a:pt x="114742" y="135807"/>
                </a:lnTo>
                <a:lnTo>
                  <a:pt x="114604" y="136789"/>
                </a:lnTo>
                <a:lnTo>
                  <a:pt x="114509" y="137669"/>
                </a:lnTo>
                <a:lnTo>
                  <a:pt x="114459" y="138445"/>
                </a:lnTo>
                <a:lnTo>
                  <a:pt x="114455" y="139114"/>
                </a:lnTo>
                <a:lnTo>
                  <a:pt x="114496" y="139672"/>
                </a:lnTo>
                <a:lnTo>
                  <a:pt x="114584" y="140117"/>
                </a:lnTo>
                <a:lnTo>
                  <a:pt x="114719" y="140446"/>
                </a:lnTo>
                <a:lnTo>
                  <a:pt x="115028" y="140995"/>
                </a:lnTo>
                <a:lnTo>
                  <a:pt x="115335" y="141596"/>
                </a:lnTo>
                <a:lnTo>
                  <a:pt x="115638" y="142245"/>
                </a:lnTo>
                <a:lnTo>
                  <a:pt x="115939" y="142939"/>
                </a:lnTo>
                <a:lnTo>
                  <a:pt x="116237" y="143676"/>
                </a:lnTo>
                <a:lnTo>
                  <a:pt x="116531" y="144452"/>
                </a:lnTo>
                <a:lnTo>
                  <a:pt x="116822" y="145266"/>
                </a:lnTo>
                <a:lnTo>
                  <a:pt x="117109" y="146113"/>
                </a:lnTo>
                <a:lnTo>
                  <a:pt x="117392" y="146991"/>
                </a:lnTo>
                <a:lnTo>
                  <a:pt x="117670" y="147897"/>
                </a:lnTo>
                <a:lnTo>
                  <a:pt x="117944" y="148828"/>
                </a:lnTo>
                <a:lnTo>
                  <a:pt x="118214" y="149781"/>
                </a:lnTo>
                <a:lnTo>
                  <a:pt x="118479" y="150754"/>
                </a:lnTo>
                <a:lnTo>
                  <a:pt x="118739" y="151743"/>
                </a:lnTo>
                <a:lnTo>
                  <a:pt x="119309" y="154017"/>
                </a:lnTo>
                <a:lnTo>
                  <a:pt x="119852" y="156329"/>
                </a:lnTo>
                <a:lnTo>
                  <a:pt x="120365" y="158645"/>
                </a:lnTo>
                <a:lnTo>
                  <a:pt x="120846" y="160932"/>
                </a:lnTo>
                <a:lnTo>
                  <a:pt x="121292" y="163158"/>
                </a:lnTo>
                <a:lnTo>
                  <a:pt x="121701" y="165289"/>
                </a:lnTo>
                <a:lnTo>
                  <a:pt x="122070" y="167292"/>
                </a:lnTo>
                <a:lnTo>
                  <a:pt x="122398" y="169135"/>
                </a:lnTo>
                <a:lnTo>
                  <a:pt x="122682" y="170785"/>
                </a:lnTo>
                <a:lnTo>
                  <a:pt x="122919" y="172209"/>
                </a:lnTo>
                <a:lnTo>
                  <a:pt x="123108" y="173374"/>
                </a:lnTo>
                <a:lnTo>
                  <a:pt x="123245" y="174246"/>
                </a:lnTo>
                <a:lnTo>
                  <a:pt x="123330" y="174794"/>
                </a:lnTo>
                <a:lnTo>
                  <a:pt x="123358" y="174984"/>
                </a:lnTo>
                <a:lnTo>
                  <a:pt x="123520" y="177117"/>
                </a:lnTo>
                <a:lnTo>
                  <a:pt x="123411" y="180390"/>
                </a:lnTo>
                <a:lnTo>
                  <a:pt x="123352" y="183664"/>
                </a:lnTo>
                <a:lnTo>
                  <a:pt x="123344" y="186939"/>
                </a:lnTo>
                <a:lnTo>
                  <a:pt x="123385" y="190213"/>
                </a:lnTo>
                <a:lnTo>
                  <a:pt x="123477" y="193486"/>
                </a:lnTo>
                <a:lnTo>
                  <a:pt x="123619" y="196758"/>
                </a:lnTo>
                <a:lnTo>
                  <a:pt x="123811" y="200027"/>
                </a:lnTo>
                <a:lnTo>
                  <a:pt x="124054" y="203292"/>
                </a:lnTo>
                <a:lnTo>
                  <a:pt x="124259" y="205607"/>
                </a:lnTo>
                <a:lnTo>
                  <a:pt x="124489" y="207868"/>
                </a:lnTo>
                <a:lnTo>
                  <a:pt x="124741" y="210069"/>
                </a:lnTo>
                <a:lnTo>
                  <a:pt x="125015" y="212205"/>
                </a:lnTo>
                <a:lnTo>
                  <a:pt x="125311" y="214269"/>
                </a:lnTo>
                <a:lnTo>
                  <a:pt x="125627" y="216255"/>
                </a:lnTo>
                <a:lnTo>
                  <a:pt x="125963" y="218157"/>
                </a:lnTo>
                <a:lnTo>
                  <a:pt x="126319" y="219969"/>
                </a:lnTo>
                <a:lnTo>
                  <a:pt x="126693" y="221684"/>
                </a:lnTo>
                <a:lnTo>
                  <a:pt x="127085" y="223297"/>
                </a:lnTo>
                <a:lnTo>
                  <a:pt x="127494" y="224801"/>
                </a:lnTo>
                <a:lnTo>
                  <a:pt x="127919" y="226190"/>
                </a:lnTo>
                <a:lnTo>
                  <a:pt x="128360" y="227459"/>
                </a:lnTo>
                <a:lnTo>
                  <a:pt x="128816" y="228600"/>
                </a:lnTo>
                <a:lnTo>
                  <a:pt x="130292" y="227800"/>
                </a:lnTo>
                <a:lnTo>
                  <a:pt x="129640" y="225635"/>
                </a:lnTo>
                <a:lnTo>
                  <a:pt x="129044" y="223377"/>
                </a:lnTo>
                <a:lnTo>
                  <a:pt x="128507" y="221031"/>
                </a:lnTo>
                <a:lnTo>
                  <a:pt x="128027" y="218598"/>
                </a:lnTo>
                <a:lnTo>
                  <a:pt x="127605" y="216080"/>
                </a:lnTo>
                <a:lnTo>
                  <a:pt x="127240" y="213480"/>
                </a:lnTo>
                <a:lnTo>
                  <a:pt x="126933" y="210800"/>
                </a:lnTo>
                <a:lnTo>
                  <a:pt x="126683" y="208043"/>
                </a:lnTo>
                <a:lnTo>
                  <a:pt x="126490" y="205211"/>
                </a:lnTo>
                <a:lnTo>
                  <a:pt x="126355" y="202307"/>
                </a:lnTo>
                <a:lnTo>
                  <a:pt x="126277" y="199333"/>
                </a:lnTo>
                <a:lnTo>
                  <a:pt x="126257" y="196291"/>
                </a:lnTo>
                <a:lnTo>
                  <a:pt x="126293" y="193184"/>
                </a:lnTo>
                <a:lnTo>
                  <a:pt x="126387" y="190014"/>
                </a:lnTo>
                <a:lnTo>
                  <a:pt x="126638" y="185049"/>
                </a:lnTo>
                <a:lnTo>
                  <a:pt x="127024" y="179947"/>
                </a:lnTo>
                <a:lnTo>
                  <a:pt x="127545" y="174717"/>
                </a:lnTo>
                <a:lnTo>
                  <a:pt x="128201" y="169367"/>
                </a:lnTo>
                <a:lnTo>
                  <a:pt x="128992" y="163903"/>
                </a:lnTo>
                <a:lnTo>
                  <a:pt x="129918" y="158333"/>
                </a:lnTo>
                <a:lnTo>
                  <a:pt x="130979" y="152667"/>
                </a:lnTo>
                <a:lnTo>
                  <a:pt x="132176" y="146910"/>
                </a:lnTo>
                <a:lnTo>
                  <a:pt x="133509" y="141071"/>
                </a:lnTo>
                <a:lnTo>
                  <a:pt x="134977" y="135159"/>
                </a:lnTo>
                <a:lnTo>
                  <a:pt x="136581" y="129179"/>
                </a:lnTo>
                <a:lnTo>
                  <a:pt x="138321" y="123141"/>
                </a:lnTo>
                <a:lnTo>
                  <a:pt x="140196" y="117051"/>
                </a:lnTo>
                <a:lnTo>
                  <a:pt x="142208" y="110919"/>
                </a:lnTo>
                <a:lnTo>
                  <a:pt x="145819" y="101766"/>
                </a:lnTo>
                <a:lnTo>
                  <a:pt x="149607" y="92897"/>
                </a:lnTo>
                <a:lnTo>
                  <a:pt x="153552" y="84332"/>
                </a:lnTo>
                <a:lnTo>
                  <a:pt x="157638" y="76092"/>
                </a:lnTo>
                <a:lnTo>
                  <a:pt x="161846" y="68198"/>
                </a:lnTo>
                <a:lnTo>
                  <a:pt x="166157" y="60672"/>
                </a:lnTo>
                <a:lnTo>
                  <a:pt x="170555" y="53533"/>
                </a:lnTo>
                <a:lnTo>
                  <a:pt x="175020" y="46803"/>
                </a:lnTo>
                <a:lnTo>
                  <a:pt x="179534" y="40504"/>
                </a:lnTo>
                <a:lnTo>
                  <a:pt x="184080" y="34655"/>
                </a:lnTo>
                <a:lnTo>
                  <a:pt x="188639" y="29279"/>
                </a:lnTo>
                <a:lnTo>
                  <a:pt x="193194" y="24396"/>
                </a:lnTo>
                <a:lnTo>
                  <a:pt x="197725" y="20027"/>
                </a:lnTo>
                <a:lnTo>
                  <a:pt x="202216" y="16192"/>
                </a:lnTo>
                <a:lnTo>
                  <a:pt x="198054" y="20427"/>
                </a:lnTo>
                <a:lnTo>
                  <a:pt x="193740" y="25677"/>
                </a:lnTo>
                <a:lnTo>
                  <a:pt x="189329" y="31780"/>
                </a:lnTo>
                <a:lnTo>
                  <a:pt x="184874" y="38578"/>
                </a:lnTo>
                <a:lnTo>
                  <a:pt x="180430" y="45909"/>
                </a:lnTo>
                <a:lnTo>
                  <a:pt x="176050" y="53613"/>
                </a:lnTo>
                <a:lnTo>
                  <a:pt x="171789" y="61529"/>
                </a:lnTo>
                <a:lnTo>
                  <a:pt x="167701" y="69498"/>
                </a:lnTo>
                <a:lnTo>
                  <a:pt x="163840" y="77358"/>
                </a:lnTo>
                <a:lnTo>
                  <a:pt x="160259" y="84950"/>
                </a:lnTo>
                <a:lnTo>
                  <a:pt x="157014" y="92113"/>
                </a:lnTo>
                <a:lnTo>
                  <a:pt x="154157" y="98686"/>
                </a:lnTo>
                <a:lnTo>
                  <a:pt x="151744" y="104510"/>
                </a:lnTo>
                <a:lnTo>
                  <a:pt x="149828" y="109423"/>
                </a:lnTo>
                <a:lnTo>
                  <a:pt x="148021" y="114333"/>
                </a:lnTo>
                <a:lnTo>
                  <a:pt x="146291" y="119201"/>
                </a:lnTo>
                <a:lnTo>
                  <a:pt x="144637" y="124028"/>
                </a:lnTo>
                <a:lnTo>
                  <a:pt x="143059" y="128815"/>
                </a:lnTo>
                <a:lnTo>
                  <a:pt x="141558" y="133563"/>
                </a:lnTo>
                <a:lnTo>
                  <a:pt x="140132" y="138274"/>
                </a:lnTo>
                <a:lnTo>
                  <a:pt x="138782" y="142948"/>
                </a:lnTo>
                <a:lnTo>
                  <a:pt x="137507" y="147586"/>
                </a:lnTo>
                <a:lnTo>
                  <a:pt x="136308" y="152191"/>
                </a:lnTo>
                <a:lnTo>
                  <a:pt x="135183" y="156762"/>
                </a:lnTo>
                <a:lnTo>
                  <a:pt x="134134" y="161301"/>
                </a:lnTo>
                <a:lnTo>
                  <a:pt x="133160" y="165809"/>
                </a:lnTo>
                <a:lnTo>
                  <a:pt x="132261" y="170287"/>
                </a:lnTo>
                <a:lnTo>
                  <a:pt x="131435" y="174736"/>
                </a:lnTo>
                <a:lnTo>
                  <a:pt x="132999" y="170747"/>
                </a:lnTo>
                <a:lnTo>
                  <a:pt x="134921" y="167090"/>
                </a:lnTo>
                <a:lnTo>
                  <a:pt x="137126" y="163761"/>
                </a:lnTo>
                <a:lnTo>
                  <a:pt x="139537" y="160752"/>
                </a:lnTo>
                <a:lnTo>
                  <a:pt x="142078" y="158059"/>
                </a:lnTo>
                <a:lnTo>
                  <a:pt x="144674" y="155674"/>
                </a:lnTo>
                <a:lnTo>
                  <a:pt x="147249" y="153592"/>
                </a:lnTo>
                <a:lnTo>
                  <a:pt x="149727" y="151807"/>
                </a:lnTo>
                <a:lnTo>
                  <a:pt x="152032" y="150313"/>
                </a:lnTo>
                <a:lnTo>
                  <a:pt x="154088" y="149104"/>
                </a:lnTo>
                <a:lnTo>
                  <a:pt x="155819" y="148174"/>
                </a:lnTo>
                <a:lnTo>
                  <a:pt x="157150" y="147518"/>
                </a:lnTo>
                <a:lnTo>
                  <a:pt x="158004" y="147128"/>
                </a:lnTo>
                <a:lnTo>
                  <a:pt x="158306" y="146999"/>
                </a:lnTo>
                <a:lnTo>
                  <a:pt x="158457" y="146812"/>
                </a:lnTo>
                <a:lnTo>
                  <a:pt x="158897" y="146260"/>
                </a:lnTo>
                <a:lnTo>
                  <a:pt x="159610" y="145358"/>
                </a:lnTo>
                <a:lnTo>
                  <a:pt x="160576" y="144123"/>
                </a:lnTo>
                <a:lnTo>
                  <a:pt x="161777" y="142570"/>
                </a:lnTo>
                <a:lnTo>
                  <a:pt x="163194" y="140715"/>
                </a:lnTo>
                <a:lnTo>
                  <a:pt x="164810" y="138572"/>
                </a:lnTo>
                <a:lnTo>
                  <a:pt x="166606" y="136158"/>
                </a:lnTo>
                <a:lnTo>
                  <a:pt x="168563" y="133488"/>
                </a:lnTo>
                <a:lnTo>
                  <a:pt x="170664" y="130578"/>
                </a:lnTo>
                <a:lnTo>
                  <a:pt x="172891" y="127443"/>
                </a:lnTo>
                <a:lnTo>
                  <a:pt x="175224" y="124098"/>
                </a:lnTo>
                <a:lnTo>
                  <a:pt x="177645" y="120560"/>
                </a:lnTo>
                <a:lnTo>
                  <a:pt x="180137" y="116843"/>
                </a:lnTo>
                <a:lnTo>
                  <a:pt x="178562" y="117205"/>
                </a:lnTo>
                <a:lnTo>
                  <a:pt x="176875" y="117596"/>
                </a:lnTo>
                <a:lnTo>
                  <a:pt x="175103" y="118013"/>
                </a:lnTo>
                <a:lnTo>
                  <a:pt x="173272" y="118450"/>
                </a:lnTo>
                <a:lnTo>
                  <a:pt x="171410" y="118902"/>
                </a:lnTo>
                <a:lnTo>
                  <a:pt x="169543" y="119364"/>
                </a:lnTo>
                <a:lnTo>
                  <a:pt x="167698" y="119832"/>
                </a:lnTo>
                <a:lnTo>
                  <a:pt x="165902" y="120299"/>
                </a:lnTo>
                <a:lnTo>
                  <a:pt x="164181" y="120762"/>
                </a:lnTo>
                <a:lnTo>
                  <a:pt x="162561" y="121216"/>
                </a:lnTo>
                <a:lnTo>
                  <a:pt x="161071" y="121655"/>
                </a:lnTo>
                <a:lnTo>
                  <a:pt x="159736" y="122074"/>
                </a:lnTo>
                <a:lnTo>
                  <a:pt x="158583" y="122469"/>
                </a:lnTo>
                <a:lnTo>
                  <a:pt x="157639" y="122834"/>
                </a:lnTo>
                <a:lnTo>
                  <a:pt x="156477" y="123323"/>
                </a:lnTo>
                <a:lnTo>
                  <a:pt x="155437" y="123765"/>
                </a:lnTo>
                <a:lnTo>
                  <a:pt x="154514" y="124162"/>
                </a:lnTo>
                <a:lnTo>
                  <a:pt x="153701" y="124516"/>
                </a:lnTo>
                <a:lnTo>
                  <a:pt x="152992" y="124829"/>
                </a:lnTo>
                <a:lnTo>
                  <a:pt x="152383" y="125101"/>
                </a:lnTo>
                <a:lnTo>
                  <a:pt x="151867" y="125336"/>
                </a:lnTo>
                <a:lnTo>
                  <a:pt x="151438" y="125534"/>
                </a:lnTo>
                <a:lnTo>
                  <a:pt x="151091" y="125697"/>
                </a:lnTo>
                <a:lnTo>
                  <a:pt x="150820" y="125826"/>
                </a:lnTo>
                <a:lnTo>
                  <a:pt x="150619" y="125924"/>
                </a:lnTo>
                <a:lnTo>
                  <a:pt x="150483" y="125992"/>
                </a:lnTo>
                <a:lnTo>
                  <a:pt x="150405" y="126032"/>
                </a:lnTo>
                <a:lnTo>
                  <a:pt x="150381" y="126044"/>
                </a:lnTo>
                <a:lnTo>
                  <a:pt x="150657" y="125878"/>
                </a:lnTo>
                <a:lnTo>
                  <a:pt x="151453" y="125405"/>
                </a:lnTo>
                <a:lnTo>
                  <a:pt x="152725" y="124662"/>
                </a:lnTo>
                <a:lnTo>
                  <a:pt x="154424" y="123689"/>
                </a:lnTo>
                <a:lnTo>
                  <a:pt x="156506" y="122524"/>
                </a:lnTo>
                <a:lnTo>
                  <a:pt x="158923" y="121204"/>
                </a:lnTo>
                <a:lnTo>
                  <a:pt x="161630" y="119767"/>
                </a:lnTo>
                <a:lnTo>
                  <a:pt x="164580" y="118253"/>
                </a:lnTo>
                <a:lnTo>
                  <a:pt x="167727" y="116698"/>
                </a:lnTo>
                <a:lnTo>
                  <a:pt x="171024" y="115142"/>
                </a:lnTo>
                <a:lnTo>
                  <a:pt x="174426" y="113622"/>
                </a:lnTo>
                <a:lnTo>
                  <a:pt x="177886" y="112176"/>
                </a:lnTo>
                <a:lnTo>
                  <a:pt x="181357" y="110843"/>
                </a:lnTo>
                <a:lnTo>
                  <a:pt x="184795" y="109661"/>
                </a:lnTo>
                <a:lnTo>
                  <a:pt x="189489" y="102081"/>
                </a:lnTo>
                <a:lnTo>
                  <a:pt x="194134" y="94149"/>
                </a:lnTo>
                <a:lnTo>
                  <a:pt x="198622" y="85957"/>
                </a:lnTo>
                <a:lnTo>
                  <a:pt x="202844" y="77597"/>
                </a:lnTo>
                <a:lnTo>
                  <a:pt x="206690" y="69162"/>
                </a:lnTo>
                <a:lnTo>
                  <a:pt x="210053" y="60742"/>
                </a:lnTo>
                <a:lnTo>
                  <a:pt x="212823" y="52429"/>
                </a:lnTo>
                <a:lnTo>
                  <a:pt x="214892" y="44316"/>
                </a:lnTo>
                <a:lnTo>
                  <a:pt x="216150" y="36494"/>
                </a:lnTo>
                <a:lnTo>
                  <a:pt x="216490" y="29055"/>
                </a:lnTo>
                <a:lnTo>
                  <a:pt x="215802" y="22090"/>
                </a:lnTo>
                <a:lnTo>
                  <a:pt x="213977" y="15692"/>
                </a:lnTo>
                <a:lnTo>
                  <a:pt x="210907" y="9952"/>
                </a:lnTo>
                <a:lnTo>
                  <a:pt x="206483" y="4963"/>
                </a:lnTo>
                <a:moveTo>
                  <a:pt x="29575" y="10135"/>
                </a:moveTo>
                <a:lnTo>
                  <a:pt x="28133" y="10199"/>
                </a:lnTo>
                <a:lnTo>
                  <a:pt x="26701" y="10383"/>
                </a:lnTo>
                <a:lnTo>
                  <a:pt x="25289" y="10683"/>
                </a:lnTo>
                <a:lnTo>
                  <a:pt x="23906" y="11098"/>
                </a:lnTo>
                <a:lnTo>
                  <a:pt x="22563" y="11626"/>
                </a:lnTo>
                <a:lnTo>
                  <a:pt x="21267" y="12262"/>
                </a:lnTo>
                <a:lnTo>
                  <a:pt x="20028" y="13003"/>
                </a:lnTo>
                <a:lnTo>
                  <a:pt x="18854" y="13843"/>
                </a:lnTo>
                <a:lnTo>
                  <a:pt x="17753" y="14777"/>
                </a:lnTo>
                <a:lnTo>
                  <a:pt x="16732" y="15798"/>
                </a:lnTo>
                <a:lnTo>
                  <a:pt x="15799" y="16899"/>
                </a:lnTo>
                <a:lnTo>
                  <a:pt x="14960" y="18074"/>
                </a:lnTo>
                <a:lnTo>
                  <a:pt x="14220" y="19313"/>
                </a:lnTo>
                <a:lnTo>
                  <a:pt x="13584" y="20609"/>
                </a:lnTo>
                <a:lnTo>
                  <a:pt x="13057" y="21953"/>
                </a:lnTo>
                <a:lnTo>
                  <a:pt x="12643" y="23336"/>
                </a:lnTo>
                <a:lnTo>
                  <a:pt x="12343" y="24748"/>
                </a:lnTo>
                <a:lnTo>
                  <a:pt x="12161" y="26180"/>
                </a:lnTo>
                <a:lnTo>
                  <a:pt x="12097" y="27622"/>
                </a:lnTo>
                <a:lnTo>
                  <a:pt x="12097" y="185814"/>
                </a:lnTo>
                <a:lnTo>
                  <a:pt x="12161" y="187255"/>
                </a:lnTo>
                <a:lnTo>
                  <a:pt x="12343" y="188687"/>
                </a:lnTo>
                <a:lnTo>
                  <a:pt x="12643" y="190098"/>
                </a:lnTo>
                <a:lnTo>
                  <a:pt x="13058" y="191480"/>
                </a:lnTo>
                <a:lnTo>
                  <a:pt x="13585" y="192824"/>
                </a:lnTo>
                <a:lnTo>
                  <a:pt x="14220" y="194119"/>
                </a:lnTo>
                <a:lnTo>
                  <a:pt x="14961" y="195358"/>
                </a:lnTo>
                <a:lnTo>
                  <a:pt x="15800" y="196532"/>
                </a:lnTo>
                <a:lnTo>
                  <a:pt x="16733" y="197632"/>
                </a:lnTo>
                <a:lnTo>
                  <a:pt x="17754" y="198652"/>
                </a:lnTo>
                <a:lnTo>
                  <a:pt x="18855" y="199585"/>
                </a:lnTo>
                <a:lnTo>
                  <a:pt x="20029" y="200424"/>
                </a:lnTo>
                <a:lnTo>
                  <a:pt x="21268" y="201163"/>
                </a:lnTo>
                <a:lnTo>
                  <a:pt x="22564" y="201798"/>
                </a:lnTo>
                <a:lnTo>
                  <a:pt x="23908" y="202325"/>
                </a:lnTo>
                <a:lnTo>
                  <a:pt x="25290" y="202739"/>
                </a:lnTo>
                <a:lnTo>
                  <a:pt x="26702" y="203038"/>
                </a:lnTo>
                <a:lnTo>
                  <a:pt x="28133" y="203219"/>
                </a:lnTo>
                <a:lnTo>
                  <a:pt x="29575" y="203283"/>
                </a:lnTo>
                <a:lnTo>
                  <a:pt x="119282" y="203283"/>
                </a:lnTo>
                <a:lnTo>
                  <a:pt x="119053" y="200065"/>
                </a:lnTo>
                <a:lnTo>
                  <a:pt x="118872" y="196845"/>
                </a:lnTo>
                <a:lnTo>
                  <a:pt x="118739" y="193622"/>
                </a:lnTo>
                <a:lnTo>
                  <a:pt x="118653" y="190398"/>
                </a:lnTo>
                <a:lnTo>
                  <a:pt x="118615" y="187173"/>
                </a:lnTo>
                <a:lnTo>
                  <a:pt x="118625" y="183947"/>
                </a:lnTo>
                <a:lnTo>
                  <a:pt x="118682" y="180722"/>
                </a:lnTo>
                <a:lnTo>
                  <a:pt x="118786" y="177498"/>
                </a:lnTo>
                <a:lnTo>
                  <a:pt x="118774" y="177369"/>
                </a:lnTo>
                <a:lnTo>
                  <a:pt x="118762" y="177236"/>
                </a:lnTo>
                <a:lnTo>
                  <a:pt x="118751" y="177100"/>
                </a:lnTo>
                <a:lnTo>
                  <a:pt x="118739" y="176961"/>
                </a:lnTo>
                <a:lnTo>
                  <a:pt x="118728" y="176820"/>
                </a:lnTo>
                <a:lnTo>
                  <a:pt x="118717" y="176678"/>
                </a:lnTo>
                <a:lnTo>
                  <a:pt x="118707" y="176535"/>
                </a:lnTo>
                <a:lnTo>
                  <a:pt x="118696" y="176393"/>
                </a:lnTo>
                <a:lnTo>
                  <a:pt x="118685" y="176252"/>
                </a:lnTo>
                <a:lnTo>
                  <a:pt x="118675" y="176114"/>
                </a:lnTo>
                <a:lnTo>
                  <a:pt x="118665" y="175977"/>
                </a:lnTo>
                <a:lnTo>
                  <a:pt x="118654" y="175845"/>
                </a:lnTo>
                <a:lnTo>
                  <a:pt x="118644" y="175717"/>
                </a:lnTo>
                <a:lnTo>
                  <a:pt x="118634" y="175593"/>
                </a:lnTo>
                <a:lnTo>
                  <a:pt x="118182" y="172741"/>
                </a:lnTo>
                <a:lnTo>
                  <a:pt x="117699" y="169894"/>
                </a:lnTo>
                <a:lnTo>
                  <a:pt x="117183" y="167053"/>
                </a:lnTo>
                <a:lnTo>
                  <a:pt x="116635" y="164218"/>
                </a:lnTo>
                <a:lnTo>
                  <a:pt x="116056" y="161389"/>
                </a:lnTo>
                <a:lnTo>
                  <a:pt x="115445" y="158566"/>
                </a:lnTo>
                <a:lnTo>
                  <a:pt x="114803" y="155751"/>
                </a:lnTo>
                <a:lnTo>
                  <a:pt x="114129" y="152943"/>
                </a:lnTo>
                <a:lnTo>
                  <a:pt x="113877" y="151991"/>
                </a:lnTo>
                <a:lnTo>
                  <a:pt x="113618" y="151055"/>
                </a:lnTo>
                <a:lnTo>
                  <a:pt x="113353" y="150141"/>
                </a:lnTo>
                <a:lnTo>
                  <a:pt x="113084" y="149254"/>
                </a:lnTo>
                <a:lnTo>
                  <a:pt x="112814" y="148398"/>
                </a:lnTo>
                <a:lnTo>
                  <a:pt x="112543" y="147578"/>
                </a:lnTo>
                <a:lnTo>
                  <a:pt x="112275" y="146798"/>
                </a:lnTo>
                <a:lnTo>
                  <a:pt x="112010" y="146064"/>
                </a:lnTo>
                <a:lnTo>
                  <a:pt x="111751" y="145380"/>
                </a:lnTo>
                <a:lnTo>
                  <a:pt x="111501" y="144750"/>
                </a:lnTo>
                <a:lnTo>
                  <a:pt x="111259" y="144180"/>
                </a:lnTo>
                <a:lnTo>
                  <a:pt x="111030" y="143675"/>
                </a:lnTo>
                <a:lnTo>
                  <a:pt x="110814" y="143238"/>
                </a:lnTo>
                <a:lnTo>
                  <a:pt x="110614" y="142875"/>
                </a:lnTo>
                <a:lnTo>
                  <a:pt x="110396" y="142485"/>
                </a:lnTo>
                <a:lnTo>
                  <a:pt x="110214" y="142117"/>
                </a:lnTo>
                <a:lnTo>
                  <a:pt x="110065" y="141770"/>
                </a:lnTo>
                <a:lnTo>
                  <a:pt x="109946" y="141442"/>
                </a:lnTo>
                <a:lnTo>
                  <a:pt x="109853" y="141130"/>
                </a:lnTo>
                <a:lnTo>
                  <a:pt x="109783" y="140834"/>
                </a:lnTo>
                <a:lnTo>
                  <a:pt x="109734" y="140550"/>
                </a:lnTo>
                <a:lnTo>
                  <a:pt x="109702" y="140277"/>
                </a:lnTo>
                <a:lnTo>
                  <a:pt x="109683" y="140013"/>
                </a:lnTo>
                <a:lnTo>
                  <a:pt x="109676" y="139756"/>
                </a:lnTo>
                <a:lnTo>
                  <a:pt x="109676" y="139504"/>
                </a:lnTo>
                <a:lnTo>
                  <a:pt x="109680" y="139256"/>
                </a:lnTo>
                <a:lnTo>
                  <a:pt x="109686" y="139008"/>
                </a:lnTo>
                <a:lnTo>
                  <a:pt x="109690" y="138760"/>
                </a:lnTo>
                <a:lnTo>
                  <a:pt x="109692" y="138515"/>
                </a:lnTo>
                <a:lnTo>
                  <a:pt x="109698" y="138267"/>
                </a:lnTo>
                <a:lnTo>
                  <a:pt x="109709" y="138018"/>
                </a:lnTo>
                <a:lnTo>
                  <a:pt x="109723" y="137766"/>
                </a:lnTo>
                <a:lnTo>
                  <a:pt x="109741" y="137513"/>
                </a:lnTo>
                <a:lnTo>
                  <a:pt x="109763" y="137256"/>
                </a:lnTo>
                <a:lnTo>
                  <a:pt x="109788" y="136997"/>
                </a:lnTo>
                <a:lnTo>
                  <a:pt x="109816" y="136735"/>
                </a:lnTo>
                <a:lnTo>
                  <a:pt x="109847" y="136469"/>
                </a:lnTo>
                <a:lnTo>
                  <a:pt x="109881" y="136200"/>
                </a:lnTo>
                <a:lnTo>
                  <a:pt x="109918" y="135927"/>
                </a:lnTo>
                <a:lnTo>
                  <a:pt x="109957" y="135650"/>
                </a:lnTo>
                <a:lnTo>
                  <a:pt x="109998" y="135369"/>
                </a:lnTo>
                <a:lnTo>
                  <a:pt x="110042" y="135084"/>
                </a:lnTo>
                <a:lnTo>
                  <a:pt x="110262" y="133827"/>
                </a:lnTo>
                <a:lnTo>
                  <a:pt x="110499" y="132574"/>
                </a:lnTo>
                <a:lnTo>
                  <a:pt x="110753" y="131323"/>
                </a:lnTo>
                <a:lnTo>
                  <a:pt x="111023" y="130077"/>
                </a:lnTo>
                <a:lnTo>
                  <a:pt x="111310" y="128834"/>
                </a:lnTo>
                <a:lnTo>
                  <a:pt x="111614" y="127595"/>
                </a:lnTo>
                <a:lnTo>
                  <a:pt x="111934" y="126360"/>
                </a:lnTo>
                <a:lnTo>
                  <a:pt x="112271" y="125130"/>
                </a:lnTo>
                <a:lnTo>
                  <a:pt x="114338" y="124863"/>
                </a:lnTo>
                <a:lnTo>
                  <a:pt x="114306" y="124792"/>
                </a:lnTo>
                <a:lnTo>
                  <a:pt x="114279" y="124723"/>
                </a:lnTo>
                <a:lnTo>
                  <a:pt x="114256" y="124655"/>
                </a:lnTo>
                <a:lnTo>
                  <a:pt x="114237" y="124588"/>
                </a:lnTo>
                <a:lnTo>
                  <a:pt x="114220" y="124521"/>
                </a:lnTo>
                <a:lnTo>
                  <a:pt x="114205" y="124456"/>
                </a:lnTo>
                <a:lnTo>
                  <a:pt x="114190" y="124391"/>
                </a:lnTo>
                <a:lnTo>
                  <a:pt x="114176" y="124326"/>
                </a:lnTo>
                <a:lnTo>
                  <a:pt x="114161" y="124262"/>
                </a:lnTo>
                <a:lnTo>
                  <a:pt x="114144" y="124197"/>
                </a:lnTo>
                <a:lnTo>
                  <a:pt x="114124" y="124133"/>
                </a:lnTo>
                <a:lnTo>
                  <a:pt x="114102" y="124069"/>
                </a:lnTo>
                <a:lnTo>
                  <a:pt x="114075" y="124004"/>
                </a:lnTo>
                <a:lnTo>
                  <a:pt x="114043" y="123939"/>
                </a:lnTo>
                <a:lnTo>
                  <a:pt x="113652" y="120310"/>
                </a:lnTo>
                <a:lnTo>
                  <a:pt x="114083" y="118881"/>
                </a:lnTo>
                <a:lnTo>
                  <a:pt x="114521" y="117454"/>
                </a:lnTo>
                <a:lnTo>
                  <a:pt x="114966" y="116029"/>
                </a:lnTo>
                <a:lnTo>
                  <a:pt x="115417" y="114606"/>
                </a:lnTo>
                <a:lnTo>
                  <a:pt x="115875" y="113186"/>
                </a:lnTo>
                <a:lnTo>
                  <a:pt x="116341" y="111767"/>
                </a:lnTo>
                <a:lnTo>
                  <a:pt x="116812" y="110351"/>
                </a:lnTo>
                <a:lnTo>
                  <a:pt x="117291" y="108937"/>
                </a:lnTo>
                <a:lnTo>
                  <a:pt x="119196" y="108756"/>
                </a:lnTo>
                <a:lnTo>
                  <a:pt x="119180" y="108723"/>
                </a:lnTo>
                <a:lnTo>
                  <a:pt x="119166" y="108688"/>
                </a:lnTo>
                <a:lnTo>
                  <a:pt x="119154" y="108652"/>
                </a:lnTo>
                <a:lnTo>
                  <a:pt x="119142" y="108615"/>
                </a:lnTo>
                <a:lnTo>
                  <a:pt x="119131" y="108577"/>
                </a:lnTo>
                <a:lnTo>
                  <a:pt x="119120" y="108539"/>
                </a:lnTo>
                <a:lnTo>
                  <a:pt x="119110" y="108500"/>
                </a:lnTo>
                <a:lnTo>
                  <a:pt x="119100" y="108462"/>
                </a:lnTo>
                <a:lnTo>
                  <a:pt x="119089" y="108425"/>
                </a:lnTo>
                <a:lnTo>
                  <a:pt x="119078" y="108388"/>
                </a:lnTo>
                <a:lnTo>
                  <a:pt x="119067" y="108351"/>
                </a:lnTo>
                <a:lnTo>
                  <a:pt x="119054" y="108317"/>
                </a:lnTo>
                <a:lnTo>
                  <a:pt x="119040" y="108283"/>
                </a:lnTo>
                <a:lnTo>
                  <a:pt x="119024" y="108252"/>
                </a:lnTo>
                <a:lnTo>
                  <a:pt x="118615" y="105242"/>
                </a:lnTo>
                <a:lnTo>
                  <a:pt x="120090" y="98428"/>
                </a:lnTo>
                <a:lnTo>
                  <a:pt x="121931" y="91412"/>
                </a:lnTo>
                <a:lnTo>
                  <a:pt x="124113" y="84252"/>
                </a:lnTo>
                <a:lnTo>
                  <a:pt x="126616" y="77003"/>
                </a:lnTo>
                <a:lnTo>
                  <a:pt x="129416" y="69720"/>
                </a:lnTo>
                <a:lnTo>
                  <a:pt x="132492" y="62462"/>
                </a:lnTo>
                <a:lnTo>
                  <a:pt x="135821" y="55283"/>
                </a:lnTo>
                <a:lnTo>
                  <a:pt x="139380" y="48240"/>
                </a:lnTo>
                <a:lnTo>
                  <a:pt x="143148" y="41389"/>
                </a:lnTo>
                <a:lnTo>
                  <a:pt x="147102" y="34787"/>
                </a:lnTo>
                <a:lnTo>
                  <a:pt x="151220" y="28488"/>
                </a:lnTo>
                <a:lnTo>
                  <a:pt x="155480" y="22551"/>
                </a:lnTo>
                <a:lnTo>
                  <a:pt x="159859" y="17030"/>
                </a:lnTo>
                <a:lnTo>
                  <a:pt x="164335" y="11982"/>
                </a:lnTo>
                <a:lnTo>
                  <a:pt x="164470" y="11843"/>
                </a:lnTo>
                <a:lnTo>
                  <a:pt x="164605" y="11706"/>
                </a:lnTo>
                <a:lnTo>
                  <a:pt x="164740" y="11571"/>
                </a:lnTo>
                <a:lnTo>
                  <a:pt x="164875" y="11439"/>
                </a:lnTo>
                <a:lnTo>
                  <a:pt x="165011" y="11307"/>
                </a:lnTo>
                <a:lnTo>
                  <a:pt x="165146" y="11177"/>
                </a:lnTo>
                <a:lnTo>
                  <a:pt x="165281" y="11048"/>
                </a:lnTo>
                <a:lnTo>
                  <a:pt x="165417" y="10919"/>
                </a:lnTo>
                <a:lnTo>
                  <a:pt x="165551" y="10790"/>
                </a:lnTo>
                <a:lnTo>
                  <a:pt x="165686" y="10661"/>
                </a:lnTo>
                <a:lnTo>
                  <a:pt x="165820" y="10531"/>
                </a:lnTo>
                <a:lnTo>
                  <a:pt x="165954" y="10400"/>
                </a:lnTo>
                <a:lnTo>
                  <a:pt x="166088" y="10268"/>
                </a:lnTo>
                <a:lnTo>
                  <a:pt x="166221" y="10135"/>
                </a:lnTo>
                <a:close/>
              </a:path>
            </a:pathLst>
          </a:custGeom>
          <a:solidFill xmlns:a="http://schemas.openxmlformats.org/drawingml/2006/main">
            <a:srgbClr val="073DD0"/>
          </a:solidFill>
          <a:ln xmlns:a="http://schemas.openxmlformats.org/drawingml/2006/main">
            <a:noFill/>
          </a:ln>
        </p:spPr>
      </p:sp>
      <p:sp>
        <p:nvSpPr>
          <p:cNvPr id="374" name="Google Shape;374;p4">
            <a:extLst xmlns:a="http://schemas.openxmlformats.org/drawingml/2006/main">
              <a:ext uri="{FF2B5EF4-FFF2-40B4-BE49-F238E27FC236}">
                <a16:creationId xmlns:a16="http://schemas.microsoft.com/office/drawing/2014/main" id="{20BC87F1-F459-4517-956A-3B6B13F65403}"/>
              </a:ext>
            </a:extLst>
          </p:cNvPr>
          <p:cNvSpPr>
            <a:spLocks xmlns:a="http://schemas.openxmlformats.org/drawingml/2006/main" noGrp="1"/>
          </p:cNvSpPr>
          <p:nvPr/>
        </p:nvSpPr>
        <p:spPr>
          <a:xfrm xmlns:a="http://schemas.openxmlformats.org/drawingml/2006/main">
            <a:off x="6349614" y="4797823"/>
            <a:ext cx="826500" cy="15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013"/>
              <a:buFont typeface="Arial"/>
              <a:buNone/>
            </a:pPr>
            <a:r>
              <a:rPr sz="1013" b="1" i="0" u="none" strike="noStrike" cap="none">
                <a:solidFill>
                  <a:srgbClr val="073DD0"/>
                </a:solidFill>
                <a:latin typeface="Arial Narrow"/>
                <a:ea typeface="Arial Narrow"/>
                <a:cs typeface="Arial Narrow"/>
              </a:rPr>
              <a:t>SQLite</a:t>
            </a:r>
            <a:endParaRPr sz="900" b="0" i="0" u="none" strike="noStrike" cap="none">
              <a:solidFill>
                <a:srgbClr val="000000"/>
              </a:solidFill>
              <a:latin typeface="Arial"/>
              <a:ea typeface="Arial"/>
              <a:cs typeface="Arial"/>
            </a:endParaRPr>
          </a:p>
        </p:txBody>
      </p:sp>
      <p:sp>
        <p:nvSpPr>
          <p:cNvPr id="375" name="Google Shape;375;p4">
            <a:extLst xmlns:a="http://schemas.openxmlformats.org/drawingml/2006/main">
              <a:ext uri="{FF2B5EF4-FFF2-40B4-BE49-F238E27FC236}">
                <a16:creationId xmlns:a16="http://schemas.microsoft.com/office/drawing/2014/main" id="{0DE06BBA-AA04-4FD0-9B69-EAF4DCBF2A0B}"/>
              </a:ext>
            </a:extLst>
          </p:cNvPr>
          <p:cNvSpPr>
            <a:spLocks xmlns:a="http://schemas.openxmlformats.org/drawingml/2006/main" noGrp="1"/>
          </p:cNvSpPr>
          <p:nvPr/>
        </p:nvSpPr>
        <p:spPr>
          <a:xfrm xmlns:a="http://schemas.openxmlformats.org/drawingml/2006/main">
            <a:off x="6325113" y="4970099"/>
            <a:ext cx="888300" cy="12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Research ledger</a:t>
            </a:r>
            <a:endParaRPr sz="900" b="0" i="0" u="none" strike="noStrike" cap="none">
              <a:solidFill>
                <a:srgbClr val="000000"/>
              </a:solidFill>
              <a:latin typeface="Arial"/>
              <a:ea typeface="Arial"/>
              <a:cs typeface="Arial"/>
            </a:endParaRPr>
          </a:p>
        </p:txBody>
      </p:sp>
      <p:sp>
        <p:nvSpPr>
          <p:cNvPr id="376" name="Google Shape;376;p4">
            <a:extLst xmlns:a="http://schemas.openxmlformats.org/drawingml/2006/main">
              <a:ext uri="{FF2B5EF4-FFF2-40B4-BE49-F238E27FC236}">
                <a16:creationId xmlns:a16="http://schemas.microsoft.com/office/drawing/2014/main" id="{22CA71CD-0321-43A2-B1C9-25989B8A2661}"/>
              </a:ext>
            </a:extLst>
          </p:cNvPr>
          <p:cNvSpPr>
            <a:spLocks xmlns:a="http://schemas.openxmlformats.org/drawingml/2006/main" noGrp="1"/>
          </p:cNvSpPr>
          <p:nvPr/>
        </p:nvSpPr>
        <p:spPr>
          <a:xfrm xmlns:a="http://schemas.openxmlformats.org/drawingml/2006/main">
            <a:off x="6322074" y="5099175"/>
            <a:ext cx="8760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796"/>
              <a:buFont typeface="Arial"/>
              <a:buNone/>
            </a:pPr>
            <a:r>
              <a:rPr sz="796" b="0" i="0" u="none" strike="noStrike" cap="none">
                <a:solidFill>
                  <a:srgbClr val="073DD0"/>
                </a:solidFill>
                <a:latin typeface="Arial Narrow"/>
                <a:ea typeface="Arial Narrow"/>
                <a:cs typeface="Arial Narrow"/>
              </a:rPr>
              <a:t>Consented rain reports</a:t>
            </a:r>
            <a:endParaRPr sz="900" b="0" i="0" u="none" strike="noStrike" cap="none">
              <a:solidFill>
                <a:srgbClr val="000000"/>
              </a:solidFill>
              <a:latin typeface="Arial"/>
              <a:ea typeface="Arial"/>
              <a:cs typeface="Arial"/>
            </a:endParaRPr>
          </a:p>
        </p:txBody>
      </p:sp>
      <p:sp>
        <p:nvSpPr>
          <p:cNvPr id="377" name="Google Shape;377;p4">
            <a:extLst xmlns:a="http://schemas.openxmlformats.org/drawingml/2006/main">
              <a:ext uri="{FF2B5EF4-FFF2-40B4-BE49-F238E27FC236}">
                <a16:creationId xmlns:a16="http://schemas.microsoft.com/office/drawing/2014/main" id="{AA8C2F55-9ADB-4D89-B4F9-2D9048D72655}"/>
              </a:ext>
            </a:extLst>
          </p:cNvPr>
          <p:cNvSpPr>
            <a:spLocks xmlns:a="http://schemas.openxmlformats.org/drawingml/2006/main" noGrp="1"/>
          </p:cNvSpPr>
          <p:nvPr/>
        </p:nvSpPr>
        <p:spPr>
          <a:xfrm xmlns:a="http://schemas.openxmlformats.org/drawingml/2006/main">
            <a:off x="6024969" y="4216428"/>
            <a:ext cx="771900" cy="153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78" name="Google Shape;378;p4">
            <a:extLst xmlns:a="http://schemas.openxmlformats.org/drawingml/2006/main">
              <a:ext uri="{FF2B5EF4-FFF2-40B4-BE49-F238E27FC236}">
                <a16:creationId xmlns:a16="http://schemas.microsoft.com/office/drawing/2014/main" id="{CF95290D-EAED-48FE-9CE0-CCBFDC2A2715}"/>
              </a:ext>
            </a:extLst>
          </p:cNvPr>
          <p:cNvSpPr>
            <a:spLocks xmlns:a="http://schemas.openxmlformats.org/drawingml/2006/main" noGrp="1"/>
          </p:cNvSpPr>
          <p:nvPr/>
        </p:nvSpPr>
        <p:spPr>
          <a:xfrm xmlns:a="http://schemas.openxmlformats.org/drawingml/2006/main">
            <a:off x="6043345" y="4216428"/>
            <a:ext cx="735000" cy="1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8D9A"/>
                </a:solidFill>
                <a:latin typeface="Arial Narrow"/>
                <a:ea typeface="Arial Narrow"/>
                <a:cs typeface="Arial Narrow"/>
              </a:rPr>
              <a:t>record / query</a:t>
            </a:r>
            <a:endParaRPr sz="900" b="0" i="0" u="none" strike="noStrike" cap="none">
              <a:solidFill>
                <a:srgbClr val="000000"/>
              </a:solidFill>
              <a:latin typeface="Arial"/>
              <a:ea typeface="Arial"/>
              <a:cs typeface="Arial"/>
            </a:endParaRPr>
          </a:p>
        </p:txBody>
      </p:sp>
      <p:sp>
        <p:nvSpPr>
          <p:cNvPr id="379" name="Google Shape;379;p4">
            <a:extLst xmlns:a="http://schemas.openxmlformats.org/drawingml/2006/main">
              <a:ext uri="{FF2B5EF4-FFF2-40B4-BE49-F238E27FC236}">
                <a16:creationId xmlns:a16="http://schemas.microsoft.com/office/drawing/2014/main" id="{55F0EC5C-7354-4125-804D-39C3046A46A9}"/>
              </a:ext>
            </a:extLst>
          </p:cNvPr>
          <p:cNvSpPr>
            <a:spLocks xmlns:a="http://schemas.openxmlformats.org/drawingml/2006/main" noGrp="1"/>
          </p:cNvSpPr>
          <p:nvPr/>
        </p:nvSpPr>
        <p:spPr>
          <a:xfrm xmlns:a="http://schemas.openxmlformats.org/drawingml/2006/main">
            <a:off x="561124" y="4619448"/>
            <a:ext cx="514500" cy="171300"/>
          </a:xfrm>
          <a:prstGeom xmlns:a="http://schemas.openxmlformats.org/drawingml/2006/main" prst="rect">
            <a:avLst/>
          </a:prstGeom>
          <a:solidFill xmlns:a="http://schemas.openxmlformats.org/drawingml/2006/main">
            <a:srgbClr val="FFF8DF"/>
          </a:solidFill>
          <a:ln xmlns:a="http://schemas.openxmlformats.org/drawingml/2006/main" w="12250" cap="flat" cmpd="sng">
            <a:solidFill>
              <a:srgbClr val="F6B50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0" name="Google Shape;380;p4">
            <a:extLst xmlns:a="http://schemas.openxmlformats.org/drawingml/2006/main">
              <a:ext uri="{FF2B5EF4-FFF2-40B4-BE49-F238E27FC236}">
                <a16:creationId xmlns:a16="http://schemas.microsoft.com/office/drawing/2014/main" id="{291F8331-0984-4D7D-833D-8B73F2DC1E40}"/>
              </a:ext>
            </a:extLst>
          </p:cNvPr>
          <p:cNvSpPr>
            <a:spLocks xmlns:a="http://schemas.openxmlformats.org/drawingml/2006/main" noGrp="1"/>
          </p:cNvSpPr>
          <p:nvPr/>
        </p:nvSpPr>
        <p:spPr>
          <a:xfrm xmlns:a="http://schemas.openxmlformats.org/drawingml/2006/main">
            <a:off x="561124" y="4692952"/>
            <a:ext cx="514500" cy="190200"/>
          </a:xfrm>
          <a:prstGeom xmlns:a="http://schemas.openxmlformats.org/drawingml/2006/main" prst="ellipse">
            <a:avLst/>
          </a:prstGeom>
          <a:solidFill xmlns:a="http://schemas.openxmlformats.org/drawingml/2006/main">
            <a:srgbClr val="FFF8DF"/>
          </a:solidFill>
          <a:ln xmlns:a="http://schemas.openxmlformats.org/drawingml/2006/main" w="12250" cap="flat" cmpd="sng">
            <a:solidFill>
              <a:srgbClr val="F6B50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1" name="Google Shape;381;p4">
            <a:extLst xmlns:a="http://schemas.openxmlformats.org/drawingml/2006/main">
              <a:ext uri="{FF2B5EF4-FFF2-40B4-BE49-F238E27FC236}">
                <a16:creationId xmlns:a16="http://schemas.microsoft.com/office/drawing/2014/main" id="{E4E26BD8-B549-4497-B7B0-6D0A479191DF}"/>
              </a:ext>
            </a:extLst>
          </p:cNvPr>
          <p:cNvSpPr>
            <a:spLocks xmlns:a="http://schemas.openxmlformats.org/drawingml/2006/main" noGrp="1"/>
          </p:cNvSpPr>
          <p:nvPr/>
        </p:nvSpPr>
        <p:spPr>
          <a:xfrm xmlns:a="http://schemas.openxmlformats.org/drawingml/2006/main">
            <a:off x="569700" y="4625573"/>
            <a:ext cx="497400" cy="165300"/>
          </a:xfrm>
          <a:prstGeom xmlns:a="http://schemas.openxmlformats.org/drawingml/2006/main" prst="rect">
            <a:avLst/>
          </a:prstGeom>
          <a:solidFill xmlns:a="http://schemas.openxmlformats.org/drawingml/2006/main">
            <a:srgbClr val="FFF8D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2" name="Google Shape;382;p4">
            <a:extLst xmlns:a="http://schemas.openxmlformats.org/drawingml/2006/main">
              <a:ext uri="{FF2B5EF4-FFF2-40B4-BE49-F238E27FC236}">
                <a16:creationId xmlns:a16="http://schemas.microsoft.com/office/drawing/2014/main" id="{BD117002-9AB7-4924-B783-E5012DD90877}"/>
              </a:ext>
            </a:extLst>
          </p:cNvPr>
          <p:cNvSpPr>
            <a:spLocks xmlns:a="http://schemas.openxmlformats.org/drawingml/2006/main" noGrp="1"/>
          </p:cNvSpPr>
          <p:nvPr/>
        </p:nvSpPr>
        <p:spPr>
          <a:xfrm xmlns:a="http://schemas.openxmlformats.org/drawingml/2006/main">
            <a:off x="561124" y="4521441"/>
            <a:ext cx="514500" cy="196200"/>
          </a:xfrm>
          <a:prstGeom xmlns:a="http://schemas.openxmlformats.org/drawingml/2006/main" prst="ellipse">
            <a:avLst/>
          </a:prstGeom>
          <a:solidFill xmlns:a="http://schemas.openxmlformats.org/drawingml/2006/main">
            <a:srgbClr val="F8FEFF"/>
          </a:solidFill>
          <a:ln xmlns:a="http://schemas.openxmlformats.org/drawingml/2006/main" w="12250" cap="flat" cmpd="sng">
            <a:solidFill>
              <a:srgbClr val="F6B500"/>
            </a:solidFill>
            <a:prstDash val="solid"/>
            <a:round/>
            <a:headEnd type="none" w="sm" len="sm"/>
            <a:tailEnd type="none" w="sm" len="sm"/>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3" name="Google Shape;383;p4">
            <a:extLst xmlns:a="http://schemas.openxmlformats.org/drawingml/2006/main">
              <a:ext uri="{FF2B5EF4-FFF2-40B4-BE49-F238E27FC236}">
                <a16:creationId xmlns:a16="http://schemas.microsoft.com/office/drawing/2014/main" id="{BBDD55AC-214D-4ED8-A7FC-8895A740F1E0}"/>
              </a:ext>
            </a:extLst>
          </p:cNvPr>
          <p:cNvSpPr>
            <a:spLocks xmlns:a="http://schemas.openxmlformats.org/drawingml/2006/main" noGrp="1"/>
          </p:cNvSpPr>
          <p:nvPr/>
        </p:nvSpPr>
        <p:spPr>
          <a:xfrm xmlns:a="http://schemas.openxmlformats.org/drawingml/2006/main">
            <a:off x="309983" y="4919592"/>
            <a:ext cx="10170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64"/>
              <a:buFont typeface="Arial"/>
              <a:buNone/>
            </a:pPr>
            <a:r>
              <a:rPr sz="965" b="1" i="0" u="none" strike="noStrike" cap="none">
                <a:solidFill>
                  <a:srgbClr val="073DD0"/>
                </a:solidFill>
                <a:latin typeface="Arial Narrow"/>
                <a:ea typeface="Arial Narrow"/>
                <a:cs typeface="Arial Narrow"/>
              </a:rPr>
              <a:t>Reviewed labels</a:t>
            </a:r>
            <a:endParaRPr sz="900" b="0" i="0" u="none" strike="noStrike" cap="none">
              <a:solidFill>
                <a:srgbClr val="000000"/>
              </a:solidFill>
              <a:latin typeface="Arial"/>
              <a:ea typeface="Arial"/>
              <a:cs typeface="Arial"/>
            </a:endParaRPr>
          </a:p>
        </p:txBody>
      </p:sp>
      <p:sp>
        <p:nvSpPr>
          <p:cNvPr id="384" name="Google Shape;384;p4">
            <a:extLst xmlns:a="http://schemas.openxmlformats.org/drawingml/2006/main">
              <a:ext uri="{FF2B5EF4-FFF2-40B4-BE49-F238E27FC236}">
                <a16:creationId xmlns:a16="http://schemas.microsoft.com/office/drawing/2014/main" id="{ADF1672C-07F5-4A37-B197-1FB8DBA7736C}"/>
              </a:ext>
            </a:extLst>
          </p:cNvPr>
          <p:cNvSpPr>
            <a:spLocks xmlns:a="http://schemas.openxmlformats.org/drawingml/2006/main" noGrp="1"/>
          </p:cNvSpPr>
          <p:nvPr/>
        </p:nvSpPr>
        <p:spPr>
          <a:xfrm xmlns:a="http://schemas.openxmlformats.org/drawingml/2006/main">
            <a:off x="1675944" y="4490814"/>
            <a:ext cx="397788" cy="397788"/>
          </a:xfrm>
          <a:custGeom xmlns:a="http://schemas.openxmlformats.org/drawingml/2006/main">
            <a:rect l="l" t="t" r="r" b="b"/>
            <a:pathLst>
              <a:path w="619125" h="619125">
                <a:moveTo>
                  <a:pt x="619125" y="309563"/>
                </a:moveTo>
                <a:lnTo>
                  <a:pt x="616477" y="349969"/>
                </a:lnTo>
                <a:lnTo>
                  <a:pt x="608577" y="389683"/>
                </a:lnTo>
                <a:lnTo>
                  <a:pt x="532641" y="401965"/>
                </a:lnTo>
                <a:lnTo>
                  <a:pt x="518672" y="430292"/>
                </a:lnTo>
                <a:lnTo>
                  <a:pt x="501125" y="456553"/>
                </a:lnTo>
                <a:lnTo>
                  <a:pt x="528456" y="528456"/>
                </a:lnTo>
                <a:lnTo>
                  <a:pt x="498012" y="555155"/>
                </a:lnTo>
                <a:lnTo>
                  <a:pt x="464344" y="577651"/>
                </a:lnTo>
                <a:lnTo>
                  <a:pt x="401965" y="532641"/>
                </a:lnTo>
                <a:lnTo>
                  <a:pt x="372057" y="542794"/>
                </a:lnTo>
                <a:lnTo>
                  <a:pt x="341079" y="548956"/>
                </a:lnTo>
                <a:lnTo>
                  <a:pt x="309563" y="619125"/>
                </a:lnTo>
                <a:lnTo>
                  <a:pt x="269156" y="616477"/>
                </a:lnTo>
                <a:lnTo>
                  <a:pt x="229442" y="608577"/>
                </a:lnTo>
                <a:lnTo>
                  <a:pt x="217160" y="532641"/>
                </a:lnTo>
                <a:lnTo>
                  <a:pt x="188833" y="518672"/>
                </a:lnTo>
                <a:lnTo>
                  <a:pt x="162572" y="501125"/>
                </a:lnTo>
                <a:lnTo>
                  <a:pt x="90669" y="528456"/>
                </a:lnTo>
                <a:lnTo>
                  <a:pt x="63970" y="498012"/>
                </a:lnTo>
                <a:lnTo>
                  <a:pt x="41474" y="464344"/>
                </a:lnTo>
                <a:lnTo>
                  <a:pt x="86484" y="401965"/>
                </a:lnTo>
                <a:lnTo>
                  <a:pt x="76331" y="372057"/>
                </a:lnTo>
                <a:lnTo>
                  <a:pt x="70169" y="341079"/>
                </a:lnTo>
                <a:lnTo>
                  <a:pt x="0" y="309563"/>
                </a:lnTo>
                <a:lnTo>
                  <a:pt x="2648" y="269156"/>
                </a:lnTo>
                <a:lnTo>
                  <a:pt x="10548" y="229442"/>
                </a:lnTo>
                <a:lnTo>
                  <a:pt x="86484" y="217160"/>
                </a:lnTo>
                <a:lnTo>
                  <a:pt x="100453" y="188833"/>
                </a:lnTo>
                <a:lnTo>
                  <a:pt x="118000" y="162572"/>
                </a:lnTo>
                <a:lnTo>
                  <a:pt x="90669" y="90669"/>
                </a:lnTo>
                <a:lnTo>
                  <a:pt x="121113" y="63970"/>
                </a:lnTo>
                <a:lnTo>
                  <a:pt x="154781" y="41474"/>
                </a:lnTo>
                <a:lnTo>
                  <a:pt x="217160" y="86484"/>
                </a:lnTo>
                <a:lnTo>
                  <a:pt x="247068" y="76331"/>
                </a:lnTo>
                <a:lnTo>
                  <a:pt x="278046" y="70169"/>
                </a:lnTo>
                <a:lnTo>
                  <a:pt x="309563" y="0"/>
                </a:lnTo>
                <a:lnTo>
                  <a:pt x="349969" y="2648"/>
                </a:lnTo>
                <a:lnTo>
                  <a:pt x="389683" y="10548"/>
                </a:lnTo>
                <a:lnTo>
                  <a:pt x="401965" y="86484"/>
                </a:lnTo>
                <a:lnTo>
                  <a:pt x="430292" y="100453"/>
                </a:lnTo>
                <a:lnTo>
                  <a:pt x="456553" y="118000"/>
                </a:lnTo>
                <a:lnTo>
                  <a:pt x="528456" y="90669"/>
                </a:lnTo>
                <a:lnTo>
                  <a:pt x="555155" y="121113"/>
                </a:lnTo>
                <a:lnTo>
                  <a:pt x="577651" y="154781"/>
                </a:lnTo>
                <a:lnTo>
                  <a:pt x="532641" y="217160"/>
                </a:lnTo>
                <a:lnTo>
                  <a:pt x="542794" y="247068"/>
                </a:lnTo>
                <a:lnTo>
                  <a:pt x="548956" y="278046"/>
                </a:lnTo>
                <a:close/>
              </a:path>
            </a:pathLst>
          </a:custGeom>
          <a:solidFill xmlns:a="http://schemas.openxmlformats.org/drawingml/2006/main">
            <a:srgbClr val="F6B500"/>
          </a:solidFill>
          <a:ln xmlns:a="http://schemas.openxmlformats.org/drawingml/2006/main">
            <a:noFill/>
          </a:ln>
        </p:spPr>
      </p:sp>
      <p:sp>
        <p:nvSpPr>
          <p:cNvPr id="385" name="Google Shape;385;p4">
            <a:extLst xmlns:a="http://schemas.openxmlformats.org/drawingml/2006/main">
              <a:ext uri="{FF2B5EF4-FFF2-40B4-BE49-F238E27FC236}">
                <a16:creationId xmlns:a16="http://schemas.microsoft.com/office/drawing/2014/main" id="{C6E8E4B4-FF89-4CEE-A8C0-507F347A9765}"/>
              </a:ext>
            </a:extLst>
          </p:cNvPr>
          <p:cNvSpPr>
            <a:spLocks xmlns:a="http://schemas.openxmlformats.org/drawingml/2006/main" noGrp="1"/>
          </p:cNvSpPr>
          <p:nvPr/>
        </p:nvSpPr>
        <p:spPr>
          <a:xfrm xmlns:a="http://schemas.openxmlformats.org/drawingml/2006/main">
            <a:off x="1811316" y="4626186"/>
            <a:ext cx="127500" cy="127500"/>
          </a:xfrm>
          <a:prstGeom xmlns:a="http://schemas.openxmlformats.org/drawingml/2006/main" prst="ellipse">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6" name="Google Shape;386;p4">
            <a:extLst xmlns:a="http://schemas.openxmlformats.org/drawingml/2006/main">
              <a:ext uri="{FF2B5EF4-FFF2-40B4-BE49-F238E27FC236}">
                <a16:creationId xmlns:a16="http://schemas.microsoft.com/office/drawing/2014/main" id="{AB32E400-5B85-4BBD-99FC-C2F06CA33B9F}"/>
              </a:ext>
            </a:extLst>
          </p:cNvPr>
          <p:cNvSpPr>
            <a:spLocks xmlns:a="http://schemas.openxmlformats.org/drawingml/2006/main" noGrp="1"/>
          </p:cNvSpPr>
          <p:nvPr/>
        </p:nvSpPr>
        <p:spPr>
          <a:xfrm xmlns:a="http://schemas.openxmlformats.org/drawingml/2006/main">
            <a:off x="1375801" y="4919592"/>
            <a:ext cx="11457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64"/>
              <a:buFont typeface="Arial"/>
              <a:buNone/>
            </a:pPr>
            <a:r>
              <a:rPr sz="965" b="1" i="0" u="none" strike="noStrike" cap="none">
                <a:solidFill>
                  <a:srgbClr val="073DD0"/>
                </a:solidFill>
                <a:latin typeface="Arial Narrow"/>
                <a:ea typeface="Arial Narrow"/>
                <a:cs typeface="Arial Narrow"/>
              </a:rPr>
              <a:t>Train + test + calibrate</a:t>
            </a:r>
            <a:endParaRPr sz="900" b="0" i="0" u="none" strike="noStrike" cap="none">
              <a:solidFill>
                <a:srgbClr val="000000"/>
              </a:solidFill>
              <a:latin typeface="Arial"/>
              <a:ea typeface="Arial"/>
              <a:cs typeface="Arial"/>
            </a:endParaRPr>
          </a:p>
        </p:txBody>
      </p:sp>
      <p:sp>
        <p:nvSpPr>
          <p:cNvPr id="387" name="Google Shape;387;p4">
            <a:extLst xmlns:a="http://schemas.openxmlformats.org/drawingml/2006/main">
              <a:ext uri="{FF2B5EF4-FFF2-40B4-BE49-F238E27FC236}">
                <a16:creationId xmlns:a16="http://schemas.microsoft.com/office/drawing/2014/main" id="{6B9D58AC-2508-44CD-B0E3-2F5442E9D113}"/>
              </a:ext>
            </a:extLst>
          </p:cNvPr>
          <p:cNvSpPr>
            <a:spLocks xmlns:a="http://schemas.openxmlformats.org/drawingml/2006/main" noGrp="1"/>
          </p:cNvSpPr>
          <p:nvPr/>
        </p:nvSpPr>
        <p:spPr>
          <a:xfrm xmlns:a="http://schemas.openxmlformats.org/drawingml/2006/main">
            <a:off x="2864269" y="4496940"/>
            <a:ext cx="373800" cy="373800"/>
          </a:xfrm>
          <a:prstGeom xmlns:a="http://schemas.openxmlformats.org/drawingml/2006/main" prst="ellipse">
            <a:avLst/>
          </a:prstGeom>
          <a:solidFill xmlns:a="http://schemas.openxmlformats.org/drawingml/2006/main">
            <a:srgbClr val="08A65B"/>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88" name="Google Shape;388;p4">
            <a:extLst xmlns:a="http://schemas.openxmlformats.org/drawingml/2006/main">
              <a:ext uri="{FF2B5EF4-FFF2-40B4-BE49-F238E27FC236}">
                <a16:creationId xmlns:a16="http://schemas.microsoft.com/office/drawing/2014/main" id="{E3392D84-288A-4F4A-A715-07D2CF8AE97A}"/>
              </a:ext>
            </a:extLst>
          </p:cNvPr>
          <p:cNvSpPr>
            <a:spLocks xmlns:a="http://schemas.openxmlformats.org/drawingml/2006/main" noGrp="1"/>
          </p:cNvSpPr>
          <p:nvPr/>
        </p:nvSpPr>
        <p:spPr>
          <a:xfrm xmlns:a="http://schemas.openxmlformats.org/drawingml/2006/main">
            <a:off x="2946472" y="4609035"/>
            <a:ext cx="216519" cy="156790"/>
          </a:xfrm>
          <a:custGeom xmlns:a="http://schemas.openxmlformats.org/drawingml/2006/main">
            <a:rect l="l" t="t" r="r" b="b"/>
            <a:pathLst>
              <a:path w="336994" h="244031">
                <a:moveTo>
                  <a:pt x="0" y="127826"/>
                </a:moveTo>
                <a:lnTo>
                  <a:pt x="122015" y="244031"/>
                </a:lnTo>
                <a:lnTo>
                  <a:pt x="336994" y="0"/>
                </a:lnTo>
              </a:path>
            </a:pathLst>
          </a:custGeom>
          <a:noFill xmlns:a="http://schemas.openxmlformats.org/drawingml/2006/main"/>
          <a:ln xmlns:a="http://schemas.openxmlformats.org/drawingml/2006/main" w="36750" cap="flat" cmpd="sng">
            <a:solidFill>
              <a:srgbClr val="FFFFFF"/>
            </a:solidFill>
            <a:prstDash val="solid"/>
            <a:round/>
            <a:headEnd type="none" w="sm" len="sm"/>
            <a:tailEnd type="none" w="sm" len="sm"/>
          </a:ln>
        </p:spPr>
      </p:sp>
      <p:sp>
        <p:nvSpPr>
          <p:cNvPr id="389" name="Google Shape;389;p4">
            <a:extLst xmlns:a="http://schemas.openxmlformats.org/drawingml/2006/main">
              <a:ext uri="{FF2B5EF4-FFF2-40B4-BE49-F238E27FC236}">
                <a16:creationId xmlns:a16="http://schemas.microsoft.com/office/drawing/2014/main" id="{26D5430B-6F80-48B2-ACF1-DDDDB133735F}"/>
              </a:ext>
            </a:extLst>
          </p:cNvPr>
          <p:cNvSpPr>
            <a:spLocks xmlns:a="http://schemas.openxmlformats.org/drawingml/2006/main" noGrp="1"/>
          </p:cNvSpPr>
          <p:nvPr/>
        </p:nvSpPr>
        <p:spPr>
          <a:xfrm xmlns:a="http://schemas.openxmlformats.org/drawingml/2006/main">
            <a:off x="2631505" y="4919592"/>
            <a:ext cx="845400" cy="17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64"/>
              <a:buFont typeface="Arial"/>
              <a:buNone/>
            </a:pPr>
            <a:r>
              <a:rPr sz="965" b="1" i="0" u="none" strike="noStrike" cap="none">
                <a:solidFill>
                  <a:srgbClr val="073DD0"/>
                </a:solidFill>
                <a:latin typeface="Arial Narrow"/>
                <a:ea typeface="Arial Narrow"/>
                <a:cs typeface="Arial Narrow"/>
              </a:rPr>
              <a:t>Approve model</a:t>
            </a:r>
            <a:endParaRPr sz="900" b="0" i="0" u="none" strike="noStrike" cap="none">
              <a:solidFill>
                <a:srgbClr val="000000"/>
              </a:solidFill>
              <a:latin typeface="Arial"/>
              <a:ea typeface="Arial"/>
              <a:cs typeface="Arial"/>
            </a:endParaRPr>
          </a:p>
        </p:txBody>
      </p:sp>
      <p:sp>
        <p:nvSpPr>
          <p:cNvPr id="390" name="Google Shape;390;p4">
            <a:extLst xmlns:a="http://schemas.openxmlformats.org/drawingml/2006/main">
              <a:ext uri="{FF2B5EF4-FFF2-40B4-BE49-F238E27FC236}">
                <a16:creationId xmlns:a16="http://schemas.microsoft.com/office/drawing/2014/main" id="{C20DFC16-BB07-44AF-8FDD-BB87562FD924}"/>
              </a:ext>
            </a:extLst>
          </p:cNvPr>
          <p:cNvSpPr>
            <a:spLocks xmlns:a="http://schemas.openxmlformats.org/drawingml/2006/main" noGrp="1"/>
          </p:cNvSpPr>
          <p:nvPr/>
        </p:nvSpPr>
        <p:spPr>
          <a:xfrm xmlns:a="http://schemas.openxmlformats.org/drawingml/2006/main">
            <a:off x="1455431" y="4031409"/>
            <a:ext cx="1274100" cy="165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91" name="Google Shape;391;p4">
            <a:extLst xmlns:a="http://schemas.openxmlformats.org/drawingml/2006/main">
              <a:ext uri="{FF2B5EF4-FFF2-40B4-BE49-F238E27FC236}">
                <a16:creationId xmlns:a16="http://schemas.microsoft.com/office/drawing/2014/main" id="{F35282D0-2C3A-4D9C-AFEA-16051A10E138}"/>
              </a:ext>
            </a:extLst>
          </p:cNvPr>
          <p:cNvSpPr>
            <a:spLocks xmlns:a="http://schemas.openxmlformats.org/drawingml/2006/main" noGrp="1"/>
          </p:cNvSpPr>
          <p:nvPr/>
        </p:nvSpPr>
        <p:spPr>
          <a:xfrm xmlns:a="http://schemas.openxmlformats.org/drawingml/2006/main">
            <a:off x="1473807" y="4031409"/>
            <a:ext cx="1237500" cy="1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Matched + reviewed labels</a:t>
            </a:r>
            <a:endParaRPr sz="900" b="0" i="0" u="none" strike="noStrike" cap="none">
              <a:solidFill>
                <a:srgbClr val="000000"/>
              </a:solidFill>
              <a:latin typeface="Arial"/>
              <a:ea typeface="Arial"/>
              <a:cs typeface="Arial"/>
            </a:endParaRPr>
          </a:p>
        </p:txBody>
      </p:sp>
      <p:sp>
        <p:nvSpPr>
          <p:cNvPr id="392" name="Google Shape;392;p4">
            <a:extLst xmlns:a="http://schemas.openxmlformats.org/drawingml/2006/main">
              <a:ext uri="{FF2B5EF4-FFF2-40B4-BE49-F238E27FC236}">
                <a16:creationId xmlns:a16="http://schemas.microsoft.com/office/drawing/2014/main" id="{38475BBF-84DF-43B4-A112-495C6032A210}"/>
              </a:ext>
            </a:extLst>
          </p:cNvPr>
          <p:cNvSpPr>
            <a:spLocks xmlns:a="http://schemas.openxmlformats.org/drawingml/2006/main" noGrp="1"/>
          </p:cNvSpPr>
          <p:nvPr/>
        </p:nvSpPr>
        <p:spPr>
          <a:xfrm xmlns:a="http://schemas.openxmlformats.org/drawingml/2006/main">
            <a:off x="3075988" y="3190187"/>
            <a:ext cx="624900" cy="300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58800" tIns="58800" rIns="58800" bIns="588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93" name="Google Shape;393;p4">
            <a:extLst xmlns:a="http://schemas.openxmlformats.org/drawingml/2006/main">
              <a:ext uri="{FF2B5EF4-FFF2-40B4-BE49-F238E27FC236}">
                <a16:creationId xmlns:a16="http://schemas.microsoft.com/office/drawing/2014/main" id="{49531CA1-8244-4C69-831F-5DA1D5E52329}"/>
              </a:ext>
            </a:extLst>
          </p:cNvPr>
          <p:cNvSpPr>
            <a:spLocks xmlns:a="http://schemas.openxmlformats.org/drawingml/2006/main" noGrp="1"/>
          </p:cNvSpPr>
          <p:nvPr/>
        </p:nvSpPr>
        <p:spPr>
          <a:xfrm xmlns:a="http://schemas.openxmlformats.org/drawingml/2006/main">
            <a:off x="3094364" y="3190187"/>
            <a:ext cx="588000" cy="3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approved</a:t>
            </a:r>
            <a:endParaRPr sz="9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820"/>
              <a:buFont typeface="Arial"/>
              <a:buNone/>
            </a:pPr>
            <a:r>
              <a:rPr sz="820" b="0" i="0" u="none" strike="noStrike" cap="none">
                <a:solidFill>
                  <a:srgbClr val="073DD0"/>
                </a:solidFill>
                <a:latin typeface="Arial Narrow"/>
                <a:ea typeface="Arial Narrow"/>
                <a:cs typeface="Arial Narrow"/>
              </a:rPr>
              <a:t>model version</a:t>
            </a:r>
            <a:endParaRPr sz="900" b="0" i="0" u="none" strike="noStrike" cap="none">
              <a:solidFill>
                <a:srgbClr val="000000"/>
              </a:solidFill>
              <a:latin typeface="Arial"/>
              <a:ea typeface="Arial"/>
              <a:cs typeface="Arial"/>
            </a:endParaRPr>
          </a:p>
        </p:txBody>
      </p:sp>
      <p:sp>
        <p:nvSpPr>
          <p:cNvPr id="394" name="Google Shape;394;p4">
            <a:extLst xmlns:a="http://schemas.openxmlformats.org/drawingml/2006/main">
              <a:ext uri="{FF2B5EF4-FFF2-40B4-BE49-F238E27FC236}">
                <a16:creationId xmlns:a16="http://schemas.microsoft.com/office/drawing/2014/main" id="{45E57EB9-7540-48C0-A0EE-D076E7C26086}"/>
              </a:ext>
            </a:extLst>
          </p:cNvPr>
          <p:cNvSpPr>
            <a:spLocks xmlns:a="http://schemas.openxmlformats.org/drawingml/2006/main" noGrp="1"/>
          </p:cNvSpPr>
          <p:nvPr/>
        </p:nvSpPr>
        <p:spPr>
          <a:xfrm xmlns:a="http://schemas.openxmlformats.org/drawingml/2006/main">
            <a:off x="9144825" y="1214398"/>
            <a:ext cx="2946300" cy="23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245893"/>
              </a:buClr>
              <a:buSzPts val="1301"/>
              <a:buFont typeface="Arial"/>
              <a:buNone/>
            </a:pPr>
            <a:r>
              <a:rPr sz="1301" b="1" i="0" u="none" strike="noStrike" cap="none">
                <a:solidFill>
                  <a:srgbClr val="245893"/>
                </a:solidFill>
                <a:latin typeface="Arial"/>
                <a:ea typeface="Arial"/>
                <a:cs typeface="Arial"/>
              </a:rPr>
              <a:t>Operator user flow</a:t>
            </a:r>
            <a:endParaRPr sz="1301" b="0" i="0" u="none" strike="noStrike" cap="none">
              <a:solidFill>
                <a:srgbClr val="000000"/>
              </a:solidFill>
              <a:latin typeface="Arial"/>
              <a:ea typeface="Arial"/>
              <a:cs typeface="Arial"/>
            </a:endParaRPr>
          </a:p>
        </p:txBody>
      </p:sp>
      <p:sp>
        <p:nvSpPr>
          <p:cNvPr id="395" name="Google Shape;395;p4">
            <a:extLst xmlns:a="http://schemas.openxmlformats.org/drawingml/2006/main">
              <a:ext uri="{FF2B5EF4-FFF2-40B4-BE49-F238E27FC236}">
                <a16:creationId xmlns:a16="http://schemas.microsoft.com/office/drawing/2014/main" id="{5D254B9A-7B41-4A98-8DA1-C4B9606261A3}"/>
              </a:ext>
            </a:extLst>
          </p:cNvPr>
          <p:cNvSpPr>
            <a:spLocks xmlns:a="http://schemas.openxmlformats.org/drawingml/2006/main" noGrp="1"/>
          </p:cNvSpPr>
          <p:nvPr/>
        </p:nvSpPr>
        <p:spPr>
          <a:xfrm xmlns:a="http://schemas.openxmlformats.org/drawingml/2006/main">
            <a:off x="9144825" y="1573737"/>
            <a:ext cx="2946300" cy="440400"/>
          </a:xfrm>
          <a:prstGeom xmlns:a="http://schemas.openxmlformats.org/drawingml/2006/main" prst="roundRect">
            <a:avLst>
              <a:gd name="adj" fmla="val 9375"/>
            </a:avLst>
          </a:prstGeom>
          <a:solidFill xmlns:a="http://schemas.openxmlformats.org/drawingml/2006/main">
            <a:srgbClr val="F5F8FD"/>
          </a:solidFill>
          <a:ln xmlns:a="http://schemas.openxmlformats.org/drawingml/2006/main" w="9525" cap="flat" cmpd="sng">
            <a:solidFill>
              <a:srgbClr val="779BC8"/>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96" name="Google Shape;396;p4">
            <a:extLst xmlns:a="http://schemas.openxmlformats.org/drawingml/2006/main">
              <a:ext uri="{FF2B5EF4-FFF2-40B4-BE49-F238E27FC236}">
                <a16:creationId xmlns:a16="http://schemas.microsoft.com/office/drawing/2014/main" id="{66E544AA-52A7-421A-9FD1-B814CF4479FB}"/>
              </a:ext>
            </a:extLst>
          </p:cNvPr>
          <p:cNvSpPr>
            <a:spLocks xmlns:a="http://schemas.openxmlformats.org/drawingml/2006/main" noGrp="1"/>
          </p:cNvSpPr>
          <p:nvPr/>
        </p:nvSpPr>
        <p:spPr>
          <a:xfrm xmlns:a="http://schemas.openxmlformats.org/drawingml/2006/main">
            <a:off x="9243825" y="1676996"/>
            <a:ext cx="192900" cy="192900"/>
          </a:xfrm>
          <a:prstGeom xmlns:a="http://schemas.openxmlformats.org/drawingml/2006/main" prst="ellipse">
            <a:avLst/>
          </a:prstGeom>
          <a:solidFill xmlns:a="http://schemas.openxmlformats.org/drawingml/2006/main">
            <a:srgbClr val="285B94"/>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97" name="Google Shape;397;p4">
            <a:extLst xmlns:a="http://schemas.openxmlformats.org/drawingml/2006/main">
              <a:ext uri="{FF2B5EF4-FFF2-40B4-BE49-F238E27FC236}">
                <a16:creationId xmlns:a16="http://schemas.microsoft.com/office/drawing/2014/main" id="{8A4FB6BB-21CD-4250-9732-856B5147D65A}"/>
              </a:ext>
            </a:extLst>
          </p:cNvPr>
          <p:cNvSpPr>
            <a:spLocks xmlns:a="http://schemas.openxmlformats.org/drawingml/2006/main" noGrp="1"/>
          </p:cNvSpPr>
          <p:nvPr/>
        </p:nvSpPr>
        <p:spPr>
          <a:xfrm xmlns:a="http://schemas.openxmlformats.org/drawingml/2006/main">
            <a:off x="9243825" y="1692140"/>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1</a:t>
            </a:r>
            <a:endParaRPr sz="867" b="0" i="0" u="none" strike="noStrike" cap="none">
              <a:solidFill>
                <a:srgbClr val="000000"/>
              </a:solidFill>
              <a:latin typeface="Arial"/>
              <a:ea typeface="Arial"/>
              <a:cs typeface="Arial"/>
            </a:endParaRPr>
          </a:p>
        </p:txBody>
      </p:sp>
      <p:sp>
        <p:nvSpPr>
          <p:cNvPr id="398" name="Google Shape;398;p4">
            <a:extLst xmlns:a="http://schemas.openxmlformats.org/drawingml/2006/main">
              <a:ext uri="{FF2B5EF4-FFF2-40B4-BE49-F238E27FC236}">
                <a16:creationId xmlns:a16="http://schemas.microsoft.com/office/drawing/2014/main" id="{0F4ACB62-C3D7-4725-ACD3-84261EF90CF5}"/>
              </a:ext>
            </a:extLst>
          </p:cNvPr>
          <p:cNvSpPr>
            <a:spLocks xmlns:a="http://schemas.openxmlformats.org/drawingml/2006/main" noGrp="1"/>
          </p:cNvSpPr>
          <p:nvPr/>
        </p:nvSpPr>
        <p:spPr>
          <a:xfrm xmlns:a="http://schemas.openxmlformats.org/drawingml/2006/main">
            <a:off x="9502787" y="1608157"/>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85B94"/>
              </a:buClr>
              <a:buSzPts val="1084"/>
              <a:buFont typeface="Arial"/>
              <a:buNone/>
            </a:pPr>
            <a:r>
              <a:rPr sz="1084" b="1" i="0" u="none" strike="noStrike" cap="none">
                <a:solidFill>
                  <a:srgbClr val="285B94"/>
                </a:solidFill>
                <a:latin typeface="Arial"/>
                <a:ea typeface="Arial"/>
                <a:cs typeface="Arial"/>
              </a:rPr>
              <a:t>Select a region</a:t>
            </a:r>
            <a:endParaRPr sz="1084" b="0" i="0" u="none" strike="noStrike" cap="none">
              <a:solidFill>
                <a:srgbClr val="000000"/>
              </a:solidFill>
              <a:latin typeface="Arial"/>
              <a:ea typeface="Arial"/>
              <a:cs typeface="Arial"/>
            </a:endParaRPr>
          </a:p>
        </p:txBody>
      </p:sp>
      <p:sp>
        <p:nvSpPr>
          <p:cNvPr id="399" name="Google Shape;399;p4">
            <a:extLst xmlns:a="http://schemas.openxmlformats.org/drawingml/2006/main">
              <a:ext uri="{FF2B5EF4-FFF2-40B4-BE49-F238E27FC236}">
                <a16:creationId xmlns:a16="http://schemas.microsoft.com/office/drawing/2014/main" id="{1235C124-4566-4DAD-8BE2-146E8C02B3F4}"/>
              </a:ext>
            </a:extLst>
          </p:cNvPr>
          <p:cNvSpPr>
            <a:spLocks xmlns:a="http://schemas.openxmlformats.org/drawingml/2006/main" noGrp="1"/>
          </p:cNvSpPr>
          <p:nvPr/>
        </p:nvSpPr>
        <p:spPr>
          <a:xfrm xmlns:a="http://schemas.openxmlformats.org/drawingml/2006/main">
            <a:off x="9502787" y="1789203"/>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Check coverage and source availability</a:t>
            </a:r>
            <a:endParaRPr sz="759" b="0" i="0" u="none" strike="noStrike" cap="none">
              <a:solidFill>
                <a:srgbClr val="000000"/>
              </a:solidFill>
              <a:latin typeface="Arial"/>
              <a:ea typeface="Arial"/>
              <a:cs typeface="Arial"/>
            </a:endParaRPr>
          </a:p>
        </p:txBody>
      </p:sp>
      <p:cxnSp>
        <p:nvCxnSpPr>
          <p:cNvPr id="996" name="Google Shape;400;p4"/>
          <p:cNvCxnSpPr/>
          <p:nvPr/>
        </p:nvCxnSpPr>
        <p:spPr>
          <a:xfrm xmlns:a="http://schemas.openxmlformats.org/drawingml/2006/main">
            <a:off x="10617975" y="2028075"/>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01" name="Google Shape;401;p4">
            <a:extLst xmlns:a="http://schemas.openxmlformats.org/drawingml/2006/main">
              <a:ext uri="{FF2B5EF4-FFF2-40B4-BE49-F238E27FC236}">
                <a16:creationId xmlns:a16="http://schemas.microsoft.com/office/drawing/2014/main" id="{3AD8EFE3-A73D-47CE-ABD7-E81990BD1CA9}"/>
              </a:ext>
            </a:extLst>
          </p:cNvPr>
          <p:cNvSpPr>
            <a:spLocks xmlns:a="http://schemas.openxmlformats.org/drawingml/2006/main" noGrp="1"/>
          </p:cNvSpPr>
          <p:nvPr/>
        </p:nvSpPr>
        <p:spPr>
          <a:xfrm xmlns:a="http://schemas.openxmlformats.org/drawingml/2006/main">
            <a:off x="9144825" y="2110681"/>
            <a:ext cx="2946300" cy="440400"/>
          </a:xfrm>
          <a:prstGeom xmlns:a="http://schemas.openxmlformats.org/drawingml/2006/main" prst="roundRect">
            <a:avLst>
              <a:gd name="adj" fmla="val 9375"/>
            </a:avLst>
          </a:prstGeom>
          <a:solidFill xmlns:a="http://schemas.openxmlformats.org/drawingml/2006/main">
            <a:srgbClr val="F5F8FD"/>
          </a:solidFill>
          <a:ln xmlns:a="http://schemas.openxmlformats.org/drawingml/2006/main" w="9525" cap="flat" cmpd="sng">
            <a:solidFill>
              <a:srgbClr val="779BC8"/>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02" name="Google Shape;402;p4">
            <a:extLst xmlns:a="http://schemas.openxmlformats.org/drawingml/2006/main">
              <a:ext uri="{FF2B5EF4-FFF2-40B4-BE49-F238E27FC236}">
                <a16:creationId xmlns:a16="http://schemas.microsoft.com/office/drawing/2014/main" id="{CF3BF893-09C4-4C6F-ABD0-8D11F34823CC}"/>
              </a:ext>
            </a:extLst>
          </p:cNvPr>
          <p:cNvSpPr>
            <a:spLocks xmlns:a="http://schemas.openxmlformats.org/drawingml/2006/main" noGrp="1"/>
          </p:cNvSpPr>
          <p:nvPr/>
        </p:nvSpPr>
        <p:spPr>
          <a:xfrm xmlns:a="http://schemas.openxmlformats.org/drawingml/2006/main">
            <a:off x="9243825" y="2213940"/>
            <a:ext cx="192900" cy="192900"/>
          </a:xfrm>
          <a:prstGeom xmlns:a="http://schemas.openxmlformats.org/drawingml/2006/main" prst="ellipse">
            <a:avLst/>
          </a:prstGeom>
          <a:solidFill xmlns:a="http://schemas.openxmlformats.org/drawingml/2006/main">
            <a:srgbClr val="285B94"/>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03" name="Google Shape;403;p4">
            <a:extLst xmlns:a="http://schemas.openxmlformats.org/drawingml/2006/main">
              <a:ext uri="{FF2B5EF4-FFF2-40B4-BE49-F238E27FC236}">
                <a16:creationId xmlns:a16="http://schemas.microsoft.com/office/drawing/2014/main" id="{856316CA-9A37-44FE-B4F5-59EAD7BD1624}"/>
              </a:ext>
            </a:extLst>
          </p:cNvPr>
          <p:cNvSpPr>
            <a:spLocks xmlns:a="http://schemas.openxmlformats.org/drawingml/2006/main" noGrp="1"/>
          </p:cNvSpPr>
          <p:nvPr/>
        </p:nvSpPr>
        <p:spPr>
          <a:xfrm xmlns:a="http://schemas.openxmlformats.org/drawingml/2006/main">
            <a:off x="9243825" y="2229084"/>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2</a:t>
            </a:r>
            <a:endParaRPr sz="867" b="0" i="0" u="none" strike="noStrike" cap="none">
              <a:solidFill>
                <a:srgbClr val="000000"/>
              </a:solidFill>
              <a:latin typeface="Arial"/>
              <a:ea typeface="Arial"/>
              <a:cs typeface="Arial"/>
            </a:endParaRPr>
          </a:p>
        </p:txBody>
      </p:sp>
      <p:sp>
        <p:nvSpPr>
          <p:cNvPr id="404" name="Google Shape;404;p4">
            <a:extLst xmlns:a="http://schemas.openxmlformats.org/drawingml/2006/main">
              <a:ext uri="{FF2B5EF4-FFF2-40B4-BE49-F238E27FC236}">
                <a16:creationId xmlns:a16="http://schemas.microsoft.com/office/drawing/2014/main" id="{ED62E2EA-914A-4759-97A7-0EFBE5C9BF04}"/>
              </a:ext>
            </a:extLst>
          </p:cNvPr>
          <p:cNvSpPr>
            <a:spLocks xmlns:a="http://schemas.openxmlformats.org/drawingml/2006/main" noGrp="1"/>
          </p:cNvSpPr>
          <p:nvPr/>
        </p:nvSpPr>
        <p:spPr>
          <a:xfrm xmlns:a="http://schemas.openxmlformats.org/drawingml/2006/main">
            <a:off x="9502787" y="2145101"/>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85B94"/>
              </a:buClr>
              <a:buSzPts val="1084"/>
              <a:buFont typeface="Arial"/>
              <a:buNone/>
            </a:pPr>
            <a:r>
              <a:rPr sz="1084" b="1" i="0" u="none" strike="noStrike" cap="none">
                <a:solidFill>
                  <a:srgbClr val="285B94"/>
                </a:solidFill>
                <a:latin typeface="Arial"/>
                <a:ea typeface="Arial"/>
                <a:cs typeface="Arial"/>
              </a:rPr>
              <a:t>Inspect observations</a:t>
            </a:r>
            <a:endParaRPr sz="1084" b="0" i="0" u="none" strike="noStrike" cap="none">
              <a:solidFill>
                <a:srgbClr val="000000"/>
              </a:solidFill>
              <a:latin typeface="Arial"/>
              <a:ea typeface="Arial"/>
              <a:cs typeface="Arial"/>
            </a:endParaRPr>
          </a:p>
        </p:txBody>
      </p:sp>
      <p:sp>
        <p:nvSpPr>
          <p:cNvPr id="405" name="Google Shape;405;p4">
            <a:extLst xmlns:a="http://schemas.openxmlformats.org/drawingml/2006/main">
              <a:ext uri="{FF2B5EF4-FFF2-40B4-BE49-F238E27FC236}">
                <a16:creationId xmlns:a16="http://schemas.microsoft.com/office/drawing/2014/main" id="{FFCB98D0-60AF-453B-AB84-EAA993866C82}"/>
              </a:ext>
            </a:extLst>
          </p:cNvPr>
          <p:cNvSpPr>
            <a:spLocks xmlns:a="http://schemas.openxmlformats.org/drawingml/2006/main" noGrp="1"/>
          </p:cNvSpPr>
          <p:nvPr/>
        </p:nvSpPr>
        <p:spPr>
          <a:xfrm xmlns:a="http://schemas.openxmlformats.org/drawingml/2006/main">
            <a:off x="9502787" y="2326147"/>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Review radar, cloud changes and data age</a:t>
            </a:r>
            <a:endParaRPr sz="759" b="0" i="0" u="none" strike="noStrike" cap="none">
              <a:solidFill>
                <a:srgbClr val="000000"/>
              </a:solidFill>
              <a:latin typeface="Arial"/>
              <a:ea typeface="Arial"/>
              <a:cs typeface="Arial"/>
            </a:endParaRPr>
          </a:p>
        </p:txBody>
      </p:sp>
      <p:cxnSp>
        <p:nvCxnSpPr>
          <p:cNvPr id="1002" name="Google Shape;406;p4"/>
          <p:cNvCxnSpPr/>
          <p:nvPr/>
        </p:nvCxnSpPr>
        <p:spPr>
          <a:xfrm xmlns:a="http://schemas.openxmlformats.org/drawingml/2006/main">
            <a:off x="10617975" y="2565019"/>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07" name="Google Shape;407;p4">
            <a:extLst xmlns:a="http://schemas.openxmlformats.org/drawingml/2006/main">
              <a:ext uri="{FF2B5EF4-FFF2-40B4-BE49-F238E27FC236}">
                <a16:creationId xmlns:a16="http://schemas.microsoft.com/office/drawing/2014/main" id="{47D58B06-04AC-4325-9482-6A8ABC04D72F}"/>
              </a:ext>
            </a:extLst>
          </p:cNvPr>
          <p:cNvSpPr>
            <a:spLocks xmlns:a="http://schemas.openxmlformats.org/drawingml/2006/main" noGrp="1"/>
          </p:cNvSpPr>
          <p:nvPr/>
        </p:nvSpPr>
        <p:spPr>
          <a:xfrm xmlns:a="http://schemas.openxmlformats.org/drawingml/2006/main">
            <a:off x="9144825" y="2647626"/>
            <a:ext cx="2946300" cy="440400"/>
          </a:xfrm>
          <a:prstGeom xmlns:a="http://schemas.openxmlformats.org/drawingml/2006/main" prst="roundRect">
            <a:avLst>
              <a:gd name="adj" fmla="val 9375"/>
            </a:avLst>
          </a:prstGeom>
          <a:solidFill xmlns:a="http://schemas.openxmlformats.org/drawingml/2006/main">
            <a:srgbClr val="F5F8FD"/>
          </a:solidFill>
          <a:ln xmlns:a="http://schemas.openxmlformats.org/drawingml/2006/main" w="9525" cap="flat" cmpd="sng">
            <a:solidFill>
              <a:srgbClr val="779BC8"/>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08" name="Google Shape;408;p4">
            <a:extLst xmlns:a="http://schemas.openxmlformats.org/drawingml/2006/main">
              <a:ext uri="{FF2B5EF4-FFF2-40B4-BE49-F238E27FC236}">
                <a16:creationId xmlns:a16="http://schemas.microsoft.com/office/drawing/2014/main" id="{451D705A-03BC-4030-A527-24DAD9DA94CE}"/>
              </a:ext>
            </a:extLst>
          </p:cNvPr>
          <p:cNvSpPr>
            <a:spLocks xmlns:a="http://schemas.openxmlformats.org/drawingml/2006/main" noGrp="1"/>
          </p:cNvSpPr>
          <p:nvPr/>
        </p:nvSpPr>
        <p:spPr>
          <a:xfrm xmlns:a="http://schemas.openxmlformats.org/drawingml/2006/main">
            <a:off x="9243825" y="2750884"/>
            <a:ext cx="192900" cy="192900"/>
          </a:xfrm>
          <a:prstGeom xmlns:a="http://schemas.openxmlformats.org/drawingml/2006/main" prst="ellipse">
            <a:avLst/>
          </a:prstGeom>
          <a:solidFill xmlns:a="http://schemas.openxmlformats.org/drawingml/2006/main">
            <a:srgbClr val="285B94"/>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09" name="Google Shape;409;p4">
            <a:extLst xmlns:a="http://schemas.openxmlformats.org/drawingml/2006/main">
              <a:ext uri="{FF2B5EF4-FFF2-40B4-BE49-F238E27FC236}">
                <a16:creationId xmlns:a16="http://schemas.microsoft.com/office/drawing/2014/main" id="{D15EA7AA-CAEA-401C-B3EA-C8CE2033691C}"/>
              </a:ext>
            </a:extLst>
          </p:cNvPr>
          <p:cNvSpPr>
            <a:spLocks xmlns:a="http://schemas.openxmlformats.org/drawingml/2006/main" noGrp="1"/>
          </p:cNvSpPr>
          <p:nvPr/>
        </p:nvSpPr>
        <p:spPr>
          <a:xfrm xmlns:a="http://schemas.openxmlformats.org/drawingml/2006/main">
            <a:off x="9243825" y="2766029"/>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3</a:t>
            </a:r>
            <a:endParaRPr sz="867" b="0" i="0" u="none" strike="noStrike" cap="none">
              <a:solidFill>
                <a:srgbClr val="000000"/>
              </a:solidFill>
              <a:latin typeface="Arial"/>
              <a:ea typeface="Arial"/>
              <a:cs typeface="Arial"/>
            </a:endParaRPr>
          </a:p>
        </p:txBody>
      </p:sp>
      <p:sp>
        <p:nvSpPr>
          <p:cNvPr id="410" name="Google Shape;410;p4">
            <a:extLst xmlns:a="http://schemas.openxmlformats.org/drawingml/2006/main">
              <a:ext uri="{FF2B5EF4-FFF2-40B4-BE49-F238E27FC236}">
                <a16:creationId xmlns:a16="http://schemas.microsoft.com/office/drawing/2014/main" id="{011B8088-DD21-4925-9E4E-D7C94F15A170}"/>
              </a:ext>
            </a:extLst>
          </p:cNvPr>
          <p:cNvSpPr>
            <a:spLocks xmlns:a="http://schemas.openxmlformats.org/drawingml/2006/main" noGrp="1"/>
          </p:cNvSpPr>
          <p:nvPr/>
        </p:nvSpPr>
        <p:spPr>
          <a:xfrm xmlns:a="http://schemas.openxmlformats.org/drawingml/2006/main">
            <a:off x="9502787" y="2682045"/>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85B94"/>
              </a:buClr>
              <a:buSzPts val="1084"/>
              <a:buFont typeface="Arial"/>
              <a:buNone/>
            </a:pPr>
            <a:r>
              <a:rPr sz="1084" b="1" i="0" u="none" strike="noStrike" cap="none">
                <a:solidFill>
                  <a:srgbClr val="285B94"/>
                </a:solidFill>
                <a:latin typeface="Arial"/>
                <a:ea typeface="Arial"/>
                <a:cs typeface="Arial"/>
              </a:rPr>
              <a:t>Open the forecast</a:t>
            </a:r>
            <a:endParaRPr sz="1084" b="0" i="0" u="none" strike="noStrike" cap="none">
              <a:solidFill>
                <a:srgbClr val="000000"/>
              </a:solidFill>
              <a:latin typeface="Arial"/>
              <a:ea typeface="Arial"/>
              <a:cs typeface="Arial"/>
            </a:endParaRPr>
          </a:p>
        </p:txBody>
      </p:sp>
      <p:sp>
        <p:nvSpPr>
          <p:cNvPr id="411" name="Google Shape;411;p4">
            <a:extLst xmlns:a="http://schemas.openxmlformats.org/drawingml/2006/main">
              <a:ext uri="{FF2B5EF4-FFF2-40B4-BE49-F238E27FC236}">
                <a16:creationId xmlns:a16="http://schemas.microsoft.com/office/drawing/2014/main" id="{C31A5980-11C5-4210-BAE4-36B37306AC29}"/>
              </a:ext>
            </a:extLst>
          </p:cNvPr>
          <p:cNvSpPr>
            <a:spLocks xmlns:a="http://schemas.openxmlformats.org/drawingml/2006/main" noGrp="1"/>
          </p:cNvSpPr>
          <p:nvPr/>
        </p:nvSpPr>
        <p:spPr>
          <a:xfrm xmlns:a="http://schemas.openxmlformats.org/drawingml/2006/main">
            <a:off x="9502787" y="2863091"/>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Risk, onset range and no-event chance</a:t>
            </a:r>
            <a:endParaRPr sz="759" b="0" i="0" u="none" strike="noStrike" cap="none">
              <a:solidFill>
                <a:srgbClr val="000000"/>
              </a:solidFill>
              <a:latin typeface="Arial"/>
              <a:ea typeface="Arial"/>
              <a:cs typeface="Arial"/>
            </a:endParaRPr>
          </a:p>
        </p:txBody>
      </p:sp>
      <p:cxnSp>
        <p:nvCxnSpPr>
          <p:cNvPr id="1008" name="Google Shape;412;p4"/>
          <p:cNvCxnSpPr/>
          <p:nvPr/>
        </p:nvCxnSpPr>
        <p:spPr>
          <a:xfrm xmlns:a="http://schemas.openxmlformats.org/drawingml/2006/main">
            <a:off x="10617975" y="3101963"/>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13" name="Google Shape;413;p4">
            <a:extLst xmlns:a="http://schemas.openxmlformats.org/drawingml/2006/main">
              <a:ext uri="{FF2B5EF4-FFF2-40B4-BE49-F238E27FC236}">
                <a16:creationId xmlns:a16="http://schemas.microsoft.com/office/drawing/2014/main" id="{FB711F0B-FB46-4C6C-9F37-E13A4B4B394C}"/>
              </a:ext>
            </a:extLst>
          </p:cNvPr>
          <p:cNvSpPr>
            <a:spLocks xmlns:a="http://schemas.openxmlformats.org/drawingml/2006/main" noGrp="1"/>
          </p:cNvSpPr>
          <p:nvPr/>
        </p:nvSpPr>
        <p:spPr>
          <a:xfrm xmlns:a="http://schemas.openxmlformats.org/drawingml/2006/main">
            <a:off x="9144825" y="3184570"/>
            <a:ext cx="2946300" cy="440400"/>
          </a:xfrm>
          <a:prstGeom xmlns:a="http://schemas.openxmlformats.org/drawingml/2006/main" prst="roundRect">
            <a:avLst>
              <a:gd name="adj" fmla="val 9375"/>
            </a:avLst>
          </a:prstGeom>
          <a:solidFill xmlns:a="http://schemas.openxmlformats.org/drawingml/2006/main">
            <a:srgbClr val="F8F5FC"/>
          </a:solidFill>
          <a:ln xmlns:a="http://schemas.openxmlformats.org/drawingml/2006/main" w="9525" cap="flat" cmpd="sng">
            <a:solidFill>
              <a:srgbClr val="AD90CD"/>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14" name="Google Shape;414;p4">
            <a:extLst xmlns:a="http://schemas.openxmlformats.org/drawingml/2006/main">
              <a:ext uri="{FF2B5EF4-FFF2-40B4-BE49-F238E27FC236}">
                <a16:creationId xmlns:a16="http://schemas.microsoft.com/office/drawing/2014/main" id="{B42575EB-0BEB-4C8B-8054-707F1D3DBF86}"/>
              </a:ext>
            </a:extLst>
          </p:cNvPr>
          <p:cNvSpPr>
            <a:spLocks xmlns:a="http://schemas.openxmlformats.org/drawingml/2006/main" noGrp="1"/>
          </p:cNvSpPr>
          <p:nvPr/>
        </p:nvSpPr>
        <p:spPr>
          <a:xfrm xmlns:a="http://schemas.openxmlformats.org/drawingml/2006/main">
            <a:off x="9243825" y="3287828"/>
            <a:ext cx="192900" cy="192900"/>
          </a:xfrm>
          <a:prstGeom xmlns:a="http://schemas.openxmlformats.org/drawingml/2006/main" prst="ellipse">
            <a:avLst/>
          </a:prstGeom>
          <a:solidFill xmlns:a="http://schemas.openxmlformats.org/drawingml/2006/main">
            <a:srgbClr val="754AAF"/>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15" name="Google Shape;415;p4">
            <a:extLst xmlns:a="http://schemas.openxmlformats.org/drawingml/2006/main">
              <a:ext uri="{FF2B5EF4-FFF2-40B4-BE49-F238E27FC236}">
                <a16:creationId xmlns:a16="http://schemas.microsoft.com/office/drawing/2014/main" id="{D31364ED-E415-4635-B30D-1F177B1E409E}"/>
              </a:ext>
            </a:extLst>
          </p:cNvPr>
          <p:cNvSpPr>
            <a:spLocks xmlns:a="http://schemas.openxmlformats.org/drawingml/2006/main" noGrp="1"/>
          </p:cNvSpPr>
          <p:nvPr/>
        </p:nvSpPr>
        <p:spPr>
          <a:xfrm xmlns:a="http://schemas.openxmlformats.org/drawingml/2006/main">
            <a:off x="9243825" y="3302973"/>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4</a:t>
            </a:r>
            <a:endParaRPr sz="867" b="0" i="0" u="none" strike="noStrike" cap="none">
              <a:solidFill>
                <a:srgbClr val="000000"/>
              </a:solidFill>
              <a:latin typeface="Arial"/>
              <a:ea typeface="Arial"/>
              <a:cs typeface="Arial"/>
            </a:endParaRPr>
          </a:p>
        </p:txBody>
      </p:sp>
      <p:sp>
        <p:nvSpPr>
          <p:cNvPr id="416" name="Google Shape;416;p4">
            <a:extLst xmlns:a="http://schemas.openxmlformats.org/drawingml/2006/main">
              <a:ext uri="{FF2B5EF4-FFF2-40B4-BE49-F238E27FC236}">
                <a16:creationId xmlns:a16="http://schemas.microsoft.com/office/drawing/2014/main" id="{CA3CB556-D128-4EAE-A2F2-07DAE981DDCF}"/>
              </a:ext>
            </a:extLst>
          </p:cNvPr>
          <p:cNvSpPr>
            <a:spLocks xmlns:a="http://schemas.openxmlformats.org/drawingml/2006/main" noGrp="1"/>
          </p:cNvSpPr>
          <p:nvPr/>
        </p:nvSpPr>
        <p:spPr>
          <a:xfrm xmlns:a="http://schemas.openxmlformats.org/drawingml/2006/main">
            <a:off x="9502787" y="3218989"/>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54AAF"/>
              </a:buClr>
              <a:buSzPts val="1084"/>
              <a:buFont typeface="Arial"/>
              <a:buNone/>
            </a:pPr>
            <a:r>
              <a:rPr sz="1084" b="1" i="0" u="none" strike="noStrike" cap="none">
                <a:solidFill>
                  <a:srgbClr val="754AAF"/>
                </a:solidFill>
                <a:latin typeface="Arial"/>
                <a:ea typeface="Arial"/>
                <a:cs typeface="Arial"/>
              </a:rPr>
              <a:t>Check the evidence</a:t>
            </a:r>
            <a:endParaRPr sz="1084" b="0" i="0" u="none" strike="noStrike" cap="none">
              <a:solidFill>
                <a:srgbClr val="000000"/>
              </a:solidFill>
              <a:latin typeface="Arial"/>
              <a:ea typeface="Arial"/>
              <a:cs typeface="Arial"/>
            </a:endParaRPr>
          </a:p>
        </p:txBody>
      </p:sp>
      <p:sp>
        <p:nvSpPr>
          <p:cNvPr id="417" name="Google Shape;417;p4">
            <a:extLst xmlns:a="http://schemas.openxmlformats.org/drawingml/2006/main">
              <a:ext uri="{FF2B5EF4-FFF2-40B4-BE49-F238E27FC236}">
                <a16:creationId xmlns:a16="http://schemas.microsoft.com/office/drawing/2014/main" id="{2272DCB6-6AD6-4622-89D6-7F517351547B}"/>
              </a:ext>
            </a:extLst>
          </p:cNvPr>
          <p:cNvSpPr>
            <a:spLocks xmlns:a="http://schemas.openxmlformats.org/drawingml/2006/main" noGrp="1"/>
          </p:cNvSpPr>
          <p:nvPr/>
        </p:nvSpPr>
        <p:spPr>
          <a:xfrm xmlns:a="http://schemas.openxmlformats.org/drawingml/2006/main">
            <a:off x="9502787" y="3400035"/>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Skill, sensor gaps and explanation</a:t>
            </a:r>
            <a:endParaRPr sz="759" b="0" i="0" u="none" strike="noStrike" cap="none">
              <a:solidFill>
                <a:srgbClr val="000000"/>
              </a:solidFill>
              <a:latin typeface="Arial"/>
              <a:ea typeface="Arial"/>
              <a:cs typeface="Arial"/>
            </a:endParaRPr>
          </a:p>
        </p:txBody>
      </p:sp>
      <p:cxnSp>
        <p:nvCxnSpPr>
          <p:cNvPr id="1014" name="Google Shape;418;p4"/>
          <p:cNvCxnSpPr/>
          <p:nvPr/>
        </p:nvCxnSpPr>
        <p:spPr>
          <a:xfrm xmlns:a="http://schemas.openxmlformats.org/drawingml/2006/main">
            <a:off x="10617975" y="3638907"/>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19" name="Google Shape;419;p4">
            <a:extLst xmlns:a="http://schemas.openxmlformats.org/drawingml/2006/main">
              <a:ext uri="{FF2B5EF4-FFF2-40B4-BE49-F238E27FC236}">
                <a16:creationId xmlns:a16="http://schemas.microsoft.com/office/drawing/2014/main" id="{C76D7131-0862-48C7-824D-B96BEE72AF11}"/>
              </a:ext>
            </a:extLst>
          </p:cNvPr>
          <p:cNvSpPr>
            <a:spLocks xmlns:a="http://schemas.openxmlformats.org/drawingml/2006/main" noGrp="1"/>
          </p:cNvSpPr>
          <p:nvPr/>
        </p:nvSpPr>
        <p:spPr>
          <a:xfrm xmlns:a="http://schemas.openxmlformats.org/drawingml/2006/main">
            <a:off x="9144825" y="3721514"/>
            <a:ext cx="2946300" cy="440400"/>
          </a:xfrm>
          <a:prstGeom xmlns:a="http://schemas.openxmlformats.org/drawingml/2006/main" prst="roundRect">
            <a:avLst>
              <a:gd name="adj" fmla="val 9375"/>
            </a:avLst>
          </a:prstGeom>
          <a:solidFill xmlns:a="http://schemas.openxmlformats.org/drawingml/2006/main">
            <a:srgbClr val="FFF9EF"/>
          </a:solidFill>
          <a:ln xmlns:a="http://schemas.openxmlformats.org/drawingml/2006/main" w="9525" cap="flat" cmpd="sng">
            <a:solidFill>
              <a:srgbClr val="D5A16A"/>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20" name="Google Shape;420;p4">
            <a:extLst xmlns:a="http://schemas.openxmlformats.org/drawingml/2006/main">
              <a:ext uri="{FF2B5EF4-FFF2-40B4-BE49-F238E27FC236}">
                <a16:creationId xmlns:a16="http://schemas.microsoft.com/office/drawing/2014/main" id="{D9C9DB68-9D11-4142-954A-08A3CBC1819F}"/>
              </a:ext>
            </a:extLst>
          </p:cNvPr>
          <p:cNvSpPr>
            <a:spLocks xmlns:a="http://schemas.openxmlformats.org/drawingml/2006/main" noGrp="1"/>
          </p:cNvSpPr>
          <p:nvPr/>
        </p:nvSpPr>
        <p:spPr>
          <a:xfrm xmlns:a="http://schemas.openxmlformats.org/drawingml/2006/main">
            <a:off x="9243825" y="3824772"/>
            <a:ext cx="192900" cy="192900"/>
          </a:xfrm>
          <a:prstGeom xmlns:a="http://schemas.openxmlformats.org/drawingml/2006/main" prst="ellipse">
            <a:avLst/>
          </a:prstGeom>
          <a:solidFill xmlns:a="http://schemas.openxmlformats.org/drawingml/2006/main">
            <a:srgbClr val="B66A17"/>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21" name="Google Shape;421;p4">
            <a:extLst xmlns:a="http://schemas.openxmlformats.org/drawingml/2006/main">
              <a:ext uri="{FF2B5EF4-FFF2-40B4-BE49-F238E27FC236}">
                <a16:creationId xmlns:a16="http://schemas.microsoft.com/office/drawing/2014/main" id="{4D658120-C3F8-4CE5-ABE5-1B07686903E6}"/>
              </a:ext>
            </a:extLst>
          </p:cNvPr>
          <p:cNvSpPr>
            <a:spLocks xmlns:a="http://schemas.openxmlformats.org/drawingml/2006/main" noGrp="1"/>
          </p:cNvSpPr>
          <p:nvPr/>
        </p:nvSpPr>
        <p:spPr>
          <a:xfrm xmlns:a="http://schemas.openxmlformats.org/drawingml/2006/main">
            <a:off x="9243825" y="3839917"/>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5</a:t>
            </a:r>
            <a:endParaRPr sz="867" b="0" i="0" u="none" strike="noStrike" cap="none">
              <a:solidFill>
                <a:srgbClr val="000000"/>
              </a:solidFill>
              <a:latin typeface="Arial"/>
              <a:ea typeface="Arial"/>
              <a:cs typeface="Arial"/>
            </a:endParaRPr>
          </a:p>
        </p:txBody>
      </p:sp>
      <p:sp>
        <p:nvSpPr>
          <p:cNvPr id="422" name="Google Shape;422;p4">
            <a:extLst xmlns:a="http://schemas.openxmlformats.org/drawingml/2006/main">
              <a:ext uri="{FF2B5EF4-FFF2-40B4-BE49-F238E27FC236}">
                <a16:creationId xmlns:a16="http://schemas.microsoft.com/office/drawing/2014/main" id="{0208E3DC-D0BE-4F97-91CA-5D8FAF2A1230}"/>
              </a:ext>
            </a:extLst>
          </p:cNvPr>
          <p:cNvSpPr>
            <a:spLocks xmlns:a="http://schemas.openxmlformats.org/drawingml/2006/main" noGrp="1"/>
          </p:cNvSpPr>
          <p:nvPr/>
        </p:nvSpPr>
        <p:spPr>
          <a:xfrm xmlns:a="http://schemas.openxmlformats.org/drawingml/2006/main">
            <a:off x="9502787" y="3755933"/>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B66A17"/>
              </a:buClr>
              <a:buSzPts val="1084"/>
              <a:buFont typeface="Arial"/>
              <a:buNone/>
            </a:pPr>
            <a:r>
              <a:rPr sz="1084" b="1" i="0" u="none" strike="noStrike" cap="none">
                <a:solidFill>
                  <a:srgbClr val="B66A17"/>
                </a:solidFill>
                <a:latin typeface="Arial"/>
                <a:ea typeface="Arial"/>
                <a:cs typeface="Arial"/>
              </a:rPr>
              <a:t>Approve or withhold</a:t>
            </a:r>
            <a:endParaRPr sz="1084" b="0" i="0" u="none" strike="noStrike" cap="none">
              <a:solidFill>
                <a:srgbClr val="000000"/>
              </a:solidFill>
              <a:latin typeface="Arial"/>
              <a:ea typeface="Arial"/>
              <a:cs typeface="Arial"/>
            </a:endParaRPr>
          </a:p>
        </p:txBody>
      </p:sp>
      <p:sp>
        <p:nvSpPr>
          <p:cNvPr id="423" name="Google Shape;423;p4">
            <a:extLst xmlns:a="http://schemas.openxmlformats.org/drawingml/2006/main">
              <a:ext uri="{FF2B5EF4-FFF2-40B4-BE49-F238E27FC236}">
                <a16:creationId xmlns:a16="http://schemas.microsoft.com/office/drawing/2014/main" id="{74876FFA-6206-447D-86C3-6AC8A921BC82}"/>
              </a:ext>
            </a:extLst>
          </p:cNvPr>
          <p:cNvSpPr>
            <a:spLocks xmlns:a="http://schemas.openxmlformats.org/drawingml/2006/main" noGrp="1"/>
          </p:cNvSpPr>
          <p:nvPr/>
        </p:nvSpPr>
        <p:spPr>
          <a:xfrm xmlns:a="http://schemas.openxmlformats.org/drawingml/2006/main">
            <a:off x="9502787" y="3936980"/>
            <a:ext cx="2512800" cy="13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59"/>
              <a:buFont typeface="Arial"/>
              <a:buNone/>
            </a:pPr>
            <a:r>
              <a:rPr sz="759" b="0" i="0" u="none" strike="noStrike" cap="none">
                <a:solidFill>
                  <a:srgbClr val="46556B"/>
                </a:solidFill>
                <a:latin typeface="Arial"/>
                <a:ea typeface="Arial"/>
                <a:cs typeface="Arial"/>
              </a:rPr>
              <a:t>Apply validation and authority rules</a:t>
            </a:r>
            <a:endParaRPr sz="759" b="0" i="0" u="none" strike="noStrike" cap="none">
              <a:solidFill>
                <a:srgbClr val="000000"/>
              </a:solidFill>
              <a:latin typeface="Arial"/>
              <a:ea typeface="Arial"/>
              <a:cs typeface="Arial"/>
            </a:endParaRPr>
          </a:p>
        </p:txBody>
      </p:sp>
      <p:cxnSp>
        <p:nvCxnSpPr>
          <p:cNvPr id="1020" name="Google Shape;424;p4"/>
          <p:cNvCxnSpPr/>
          <p:nvPr/>
        </p:nvCxnSpPr>
        <p:spPr>
          <a:xfrm xmlns:a="http://schemas.openxmlformats.org/drawingml/2006/main">
            <a:off x="10617975" y="4175851"/>
            <a:ext cx="0" cy="61800"/>
          </a:xfrm>
          <a:prstGeom xmlns:a="http://schemas.openxmlformats.org/drawingml/2006/main" prst="straightConnector1">
            <a:avLst/>
          </a:prstGeom>
          <a:ln xmlns:a="http://schemas.openxmlformats.org/drawingml/2006/main" w="9525" cap="flat">
            <a:solidFill>
              <a:srgbClr val="94A4B6"/>
            </a:solidFill>
            <a:prstDash val="solid"/>
            <a:round/>
            <a:headEnd type="none" w="sm" len="sm"/>
            <a:tailEnd type="stealth" w="sm" len="sm"/>
          </a:ln>
        </p:spPr>
      </p:cxnSp>
      <p:sp>
        <p:nvSpPr>
          <p:cNvPr id="425" name="Google Shape;425;p4">
            <a:extLst xmlns:a="http://schemas.openxmlformats.org/drawingml/2006/main">
              <a:ext uri="{FF2B5EF4-FFF2-40B4-BE49-F238E27FC236}">
                <a16:creationId xmlns:a16="http://schemas.microsoft.com/office/drawing/2014/main" id="{5320E169-0241-452D-BA72-9BC973A97E20}"/>
              </a:ext>
            </a:extLst>
          </p:cNvPr>
          <p:cNvSpPr>
            <a:spLocks xmlns:a="http://schemas.openxmlformats.org/drawingml/2006/main" noGrp="1"/>
          </p:cNvSpPr>
          <p:nvPr/>
        </p:nvSpPr>
        <p:spPr>
          <a:xfrm xmlns:a="http://schemas.openxmlformats.org/drawingml/2006/main">
            <a:off x="9144825" y="4258458"/>
            <a:ext cx="2946300" cy="647100"/>
          </a:xfrm>
          <a:prstGeom xmlns:a="http://schemas.openxmlformats.org/drawingml/2006/main" prst="roundRect">
            <a:avLst>
              <a:gd name="adj" fmla="val 6383"/>
            </a:avLst>
          </a:prstGeom>
          <a:solidFill xmlns:a="http://schemas.openxmlformats.org/drawingml/2006/main">
            <a:srgbClr val="F1F9F4"/>
          </a:solidFill>
          <a:ln xmlns:a="http://schemas.openxmlformats.org/drawingml/2006/main" w="9525" cap="flat" cmpd="sng">
            <a:solidFill>
              <a:srgbClr val="7BB49B"/>
            </a:solidFill>
            <a:prstDash val="solid"/>
            <a:round/>
            <a:headEnd type="none" w="sm" len="sm"/>
            <a:tailEnd type="none" w="sm" len="sm"/>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26" name="Google Shape;426;p4">
            <a:extLst xmlns:a="http://schemas.openxmlformats.org/drawingml/2006/main">
              <a:ext uri="{FF2B5EF4-FFF2-40B4-BE49-F238E27FC236}">
                <a16:creationId xmlns:a16="http://schemas.microsoft.com/office/drawing/2014/main" id="{B83EBD2B-695B-407B-9A9B-389FB56F4325}"/>
              </a:ext>
            </a:extLst>
          </p:cNvPr>
          <p:cNvSpPr>
            <a:spLocks xmlns:a="http://schemas.openxmlformats.org/drawingml/2006/main" noGrp="1"/>
          </p:cNvSpPr>
          <p:nvPr/>
        </p:nvSpPr>
        <p:spPr>
          <a:xfrm xmlns:a="http://schemas.openxmlformats.org/drawingml/2006/main">
            <a:off x="9243825" y="4361717"/>
            <a:ext cx="192900" cy="192900"/>
          </a:xfrm>
          <a:prstGeom xmlns:a="http://schemas.openxmlformats.org/drawingml/2006/main" prst="ellipse">
            <a:avLst/>
          </a:prstGeom>
          <a:solidFill xmlns:a="http://schemas.openxmlformats.org/drawingml/2006/main">
            <a:srgbClr val="2D8661"/>
          </a:solidFill>
          <a:ln xmlns:a="http://schemas.openxmlformats.org/drawingml/2006/main">
            <a:noFill/>
          </a:ln>
        </p:spPr>
        <p:txBody>
          <a:bodyPr xmlns:a="http://schemas.openxmlformats.org/drawingml/2006/main" spcFirstLastPara="1" wrap="square" lIns="66075" tIns="66075" rIns="66075" bIns="660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27" name="Google Shape;427;p4">
            <a:extLst xmlns:a="http://schemas.openxmlformats.org/drawingml/2006/main">
              <a:ext uri="{FF2B5EF4-FFF2-40B4-BE49-F238E27FC236}">
                <a16:creationId xmlns:a16="http://schemas.microsoft.com/office/drawing/2014/main" id="{FB5DDFE7-6CD1-41C1-B21B-8FEC3E083B3A}"/>
              </a:ext>
            </a:extLst>
          </p:cNvPr>
          <p:cNvSpPr>
            <a:spLocks xmlns:a="http://schemas.openxmlformats.org/drawingml/2006/main" noGrp="1"/>
          </p:cNvSpPr>
          <p:nvPr/>
        </p:nvSpPr>
        <p:spPr>
          <a:xfrm xmlns:a="http://schemas.openxmlformats.org/drawingml/2006/main">
            <a:off x="9243825" y="4376861"/>
            <a:ext cx="192900" cy="1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867"/>
              <a:buFont typeface="Arial"/>
              <a:buNone/>
            </a:pPr>
            <a:r>
              <a:rPr sz="867" b="1" i="0" u="none" strike="noStrike" cap="none">
                <a:solidFill>
                  <a:srgbClr val="FFFFFF"/>
                </a:solidFill>
                <a:latin typeface="Arial"/>
                <a:ea typeface="Arial"/>
                <a:cs typeface="Arial"/>
              </a:rPr>
              <a:t>6</a:t>
            </a:r>
            <a:endParaRPr sz="867" b="0" i="0" u="none" strike="noStrike" cap="none">
              <a:solidFill>
                <a:srgbClr val="000000"/>
              </a:solidFill>
              <a:latin typeface="Arial"/>
              <a:ea typeface="Arial"/>
              <a:cs typeface="Arial"/>
            </a:endParaRPr>
          </a:p>
        </p:txBody>
      </p:sp>
      <p:sp>
        <p:nvSpPr>
          <p:cNvPr id="428" name="Google Shape;428;p4">
            <a:extLst xmlns:a="http://schemas.openxmlformats.org/drawingml/2006/main">
              <a:ext uri="{FF2B5EF4-FFF2-40B4-BE49-F238E27FC236}">
                <a16:creationId xmlns:a16="http://schemas.microsoft.com/office/drawing/2014/main" id="{1E2C0DF9-D82F-4F87-9707-EB3D1D558E37}"/>
              </a:ext>
            </a:extLst>
          </p:cNvPr>
          <p:cNvSpPr>
            <a:spLocks xmlns:a="http://schemas.openxmlformats.org/drawingml/2006/main" noGrp="1"/>
          </p:cNvSpPr>
          <p:nvPr/>
        </p:nvSpPr>
        <p:spPr>
          <a:xfrm xmlns:a="http://schemas.openxmlformats.org/drawingml/2006/main">
            <a:off x="9502787" y="4292878"/>
            <a:ext cx="2498700" cy="19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D8661"/>
              </a:buClr>
              <a:buSzPts val="1084"/>
              <a:buFont typeface="Arial"/>
              <a:buNone/>
            </a:pPr>
            <a:r>
              <a:rPr sz="1084" b="1" i="0" u="none" strike="noStrike" cap="none">
                <a:solidFill>
                  <a:srgbClr val="2D8661"/>
                </a:solidFill>
                <a:latin typeface="Arial"/>
                <a:ea typeface="Arial"/>
                <a:cs typeface="Arial"/>
              </a:rPr>
              <a:t>Record the outcome</a:t>
            </a:r>
            <a:endParaRPr sz="1084" b="0" i="0" u="none" strike="noStrike" cap="none">
              <a:solidFill>
                <a:srgbClr val="000000"/>
              </a:solidFill>
              <a:latin typeface="Arial"/>
              <a:ea typeface="Arial"/>
              <a:cs typeface="Arial"/>
            </a:endParaRPr>
          </a:p>
        </p:txBody>
      </p:sp>
      <p:sp>
        <p:nvSpPr>
          <p:cNvPr id="429" name="Google Shape;429;p4">
            <a:extLst xmlns:a="http://schemas.openxmlformats.org/drawingml/2006/main">
              <a:ext uri="{FF2B5EF4-FFF2-40B4-BE49-F238E27FC236}">
                <a16:creationId xmlns:a16="http://schemas.microsoft.com/office/drawing/2014/main" id="{176ED24A-ECCC-4BC4-95F4-D389CD83C4B7}"/>
              </a:ext>
            </a:extLst>
          </p:cNvPr>
          <p:cNvSpPr>
            <a:spLocks xmlns:a="http://schemas.openxmlformats.org/drawingml/2006/main" noGrp="1"/>
          </p:cNvSpPr>
          <p:nvPr/>
        </p:nvSpPr>
        <p:spPr>
          <a:xfrm xmlns:a="http://schemas.openxmlformats.org/drawingml/2006/main">
            <a:off x="9502787" y="4478983"/>
            <a:ext cx="2512800" cy="12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21"/>
              <a:buFont typeface="Arial"/>
              <a:buNone/>
            </a:pPr>
            <a:r>
              <a:rPr sz="721" b="0" i="0" u="none" strike="noStrike" cap="none">
                <a:solidFill>
                  <a:srgbClr val="46556B"/>
                </a:solidFill>
                <a:latin typeface="Arial"/>
                <a:ea typeface="Arial"/>
                <a:cs typeface="Arial"/>
              </a:rPr>
              <a:t>Save issue time, location and expiry.</a:t>
            </a:r>
            <a:endParaRPr sz="721" b="0" i="0" u="none" strike="noStrike" cap="none">
              <a:solidFill>
                <a:srgbClr val="000000"/>
              </a:solidFill>
              <a:latin typeface="Arial"/>
              <a:ea typeface="Arial"/>
              <a:cs typeface="Arial"/>
            </a:endParaRPr>
          </a:p>
        </p:txBody>
      </p:sp>
      <p:sp>
        <p:nvSpPr>
          <p:cNvPr id="430" name="Google Shape;430;p4">
            <a:extLst xmlns:a="http://schemas.openxmlformats.org/drawingml/2006/main">
              <a:ext uri="{FF2B5EF4-FFF2-40B4-BE49-F238E27FC236}">
                <a16:creationId xmlns:a16="http://schemas.microsoft.com/office/drawing/2014/main" id="{B7DEC79E-8252-4919-B3D4-B87C2D2EE1C1}"/>
              </a:ext>
            </a:extLst>
          </p:cNvPr>
          <p:cNvSpPr>
            <a:spLocks xmlns:a="http://schemas.openxmlformats.org/drawingml/2006/main" noGrp="1"/>
          </p:cNvSpPr>
          <p:nvPr/>
        </p:nvSpPr>
        <p:spPr>
          <a:xfrm xmlns:a="http://schemas.openxmlformats.org/drawingml/2006/main">
            <a:off x="9502787" y="4596010"/>
            <a:ext cx="2512800" cy="12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21"/>
              <a:buFont typeface="Arial"/>
              <a:buNone/>
            </a:pPr>
            <a:r>
              <a:rPr sz="721" b="0" i="0" u="none" strike="noStrike" cap="none">
                <a:solidFill>
                  <a:srgbClr val="46556B"/>
                </a:solidFill>
                <a:latin typeface="Arial"/>
                <a:ea typeface="Arial"/>
                <a:cs typeface="Arial"/>
              </a:rPr>
              <a:t>Match later observations for evaluation.</a:t>
            </a:r>
            <a:endParaRPr sz="721" b="0" i="0" u="none" strike="noStrike" cap="none">
              <a:solidFill>
                <a:srgbClr val="000000"/>
              </a:solidFill>
              <a:latin typeface="Arial"/>
              <a:ea typeface="Arial"/>
              <a:cs typeface="Arial"/>
            </a:endParaRPr>
          </a:p>
        </p:txBody>
      </p:sp>
      <p:sp>
        <p:nvSpPr>
          <p:cNvPr id="431" name="Google Shape;431;p4">
            <a:extLst xmlns:a="http://schemas.openxmlformats.org/drawingml/2006/main">
              <a:ext uri="{FF2B5EF4-FFF2-40B4-BE49-F238E27FC236}">
                <a16:creationId xmlns:a16="http://schemas.microsoft.com/office/drawing/2014/main" id="{FEBA9F79-2FA4-4053-A047-0018D7918C71}"/>
              </a:ext>
            </a:extLst>
          </p:cNvPr>
          <p:cNvSpPr>
            <a:spLocks xmlns:a="http://schemas.openxmlformats.org/drawingml/2006/main" noGrp="1"/>
          </p:cNvSpPr>
          <p:nvPr/>
        </p:nvSpPr>
        <p:spPr>
          <a:xfrm xmlns:a="http://schemas.openxmlformats.org/drawingml/2006/main">
            <a:off x="9502787" y="4713036"/>
            <a:ext cx="2512800" cy="12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56B"/>
              </a:buClr>
              <a:buSzPts val="721"/>
              <a:buFont typeface="Arial"/>
              <a:buNone/>
            </a:pPr>
            <a:r>
              <a:rPr sz="721" b="0" i="0" u="none" strike="noStrike" cap="none">
                <a:solidFill>
                  <a:srgbClr val="46556B"/>
                </a:solidFill>
                <a:latin typeface="Arial"/>
                <a:ea typeface="Arial"/>
                <a:cs typeface="Arial"/>
              </a:rPr>
              <a:t>Public model alerts remain disabled in research.</a:t>
            </a:r>
            <a:endParaRPr sz="721" b="0" i="0" u="none" strike="noStrike" cap="none">
              <a:solidFill>
                <a:srgbClr val="000000"/>
              </a:solidFill>
              <a:latin typeface="Arial"/>
              <a:ea typeface="Arial"/>
              <a:cs typeface="Arial"/>
            </a:endParaRPr>
          </a:p>
        </p:txBody>
      </p:sp>
      <p:sp>
        <p:nvSpPr>
          <p:cNvPr id="432" name="Google Shape;432;p4">
            <a:extLst xmlns:a="http://schemas.openxmlformats.org/drawingml/2006/main">
              <a:ext uri="{FF2B5EF4-FFF2-40B4-BE49-F238E27FC236}">
                <a16:creationId xmlns:a16="http://schemas.microsoft.com/office/drawing/2014/main" id="{3471D952-660E-4AD4-AFF0-FB867CA434DD}"/>
              </a:ext>
            </a:extLst>
          </p:cNvPr>
          <p:cNvSpPr>
            <a:spLocks xmlns:a="http://schemas.openxmlformats.org/drawingml/2006/main" noGrp="1"/>
          </p:cNvSpPr>
          <p:nvPr/>
        </p:nvSpPr>
        <p:spPr>
          <a:xfrm xmlns:a="http://schemas.openxmlformats.org/drawingml/2006/main">
            <a:off x="9030475" y="1063325"/>
            <a:ext cx="3112500" cy="4118100"/>
          </a:xfrm>
          <a:prstGeom xmlns:a="http://schemas.openxmlformats.org/drawingml/2006/main" prst="roundRect">
            <a:avLst>
              <a:gd name="adj" fmla="val 16667"/>
            </a:avLst>
          </a:prstGeom>
          <a:solidFill xmlns:a="http://schemas.openxmlformats.org/drawingml/2006/main">
            <a:srgbClr val="FFFFFF">
              <a:alpha val="0"/>
            </a:srgbClr>
          </a:solidFill>
          <a:ln xmlns:a="http://schemas.openxmlformats.org/drawingml/2006/main" w="9525" cap="flat" cmpd="sng">
            <a:solidFill>
              <a:srgbClr val="0072BC"/>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449" name="VAJRA diagram label 146">
            <a:extLst xmlns:a="http://schemas.openxmlformats.org/drawingml/2006/main">
              <a:ext uri="{FF2B5EF4-FFF2-40B4-BE49-F238E27FC236}">
                <a16:creationId xmlns:a16="http://schemas.microsoft.com/office/drawing/2014/main" id="{F4DD5473-28C6-492E-888B-6DC9EE05E78C}"/>
              </a:ext>
            </a:extLst>
          </p:cNvPr>
          <p:cNvSpPr>
            <a:spLocks xmlns:a="http://schemas.openxmlformats.org/drawingml/2006/main" noGrp="1"/>
          </p:cNvSpPr>
          <p:nvPr/>
        </p:nvSpPr>
        <p:spPr>
          <a:xfrm xmlns:a="http://schemas.openxmlformats.org/drawingml/2006/main">
            <a:off x="1744980" y="5596509"/>
            <a:ext cx="342995" cy="34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875" b="1">
                <a:solidFill>
                  <a:srgbClr val="2453A6"/>
                </a:solidFill>
                <a:latin typeface="Arial"/>
                <a:ea typeface="Arial"/>
                <a:cs typeface="Arial"/>
              </a:defRPr>
            </a:pPr>
            <a:r>
              <a:rPr sz="1875" b="1">
                <a:solidFill>
                  <a:srgbClr val="2453A6"/>
                </a:solidFill>
                <a:latin typeface="Arial"/>
                <a:ea typeface="Arial"/>
                <a:cs typeface="Arial"/>
              </a:rPr>
              <a:t>xr</a:t>
            </a:r>
          </a:p>
        </p:txBody>
      </p:sp>
      <p:sp>
        <p:nvSpPr>
          <p:cNvPr id="450" name="VAJRA diagram label 160">
            <a:extLst xmlns:a="http://schemas.openxmlformats.org/drawingml/2006/main">
              <a:ext uri="{FF2B5EF4-FFF2-40B4-BE49-F238E27FC236}">
                <a16:creationId xmlns:a16="http://schemas.microsoft.com/office/drawing/2014/main" id="{A86C2437-DA4C-4F12-9B4A-C92191ADB474}"/>
              </a:ext>
            </a:extLst>
          </p:cNvPr>
          <p:cNvSpPr>
            <a:spLocks xmlns:a="http://schemas.openxmlformats.org/drawingml/2006/main" noGrp="1"/>
          </p:cNvSpPr>
          <p:nvPr/>
        </p:nvSpPr>
        <p:spPr>
          <a:xfrm xmlns:a="http://schemas.openxmlformats.org/drawingml/2006/main">
            <a:off x="6487668" y="5596509"/>
            <a:ext cx="342995" cy="34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75" b="1">
                <a:solidFill>
                  <a:srgbClr val="2453A6"/>
                </a:solidFill>
                <a:latin typeface="Arial"/>
                <a:ea typeface="Arial"/>
                <a:cs typeface="Arial"/>
              </a:defRPr>
            </a:pPr>
            <a:r>
              <a:rPr sz="1275" b="1">
                <a:solidFill>
                  <a:srgbClr val="2453A6"/>
                </a:solidFill>
                <a:latin typeface="Arial"/>
                <a:ea typeface="Arial"/>
                <a:cs typeface="Arial"/>
              </a:rPr>
              <a:t>Cal</a:t>
            </a:r>
          </a:p>
        </p:txBody>
      </p:sp>
      <p:sp>
        <p:nvSpPr>
          <p:cNvPr id="451" name="VAJRA diagram label 162">
            <a:extLst xmlns:a="http://schemas.openxmlformats.org/drawingml/2006/main">
              <a:ext uri="{FF2B5EF4-FFF2-40B4-BE49-F238E27FC236}">
                <a16:creationId xmlns:a16="http://schemas.microsoft.com/office/drawing/2014/main" id="{CD265B22-F6BA-4BC1-987C-19C20F492F8D}"/>
              </a:ext>
            </a:extLst>
          </p:cNvPr>
          <p:cNvSpPr>
            <a:spLocks xmlns:a="http://schemas.openxmlformats.org/drawingml/2006/main" noGrp="1"/>
          </p:cNvSpPr>
          <p:nvPr/>
        </p:nvSpPr>
        <p:spPr>
          <a:xfrm xmlns:a="http://schemas.openxmlformats.org/drawingml/2006/main">
            <a:off x="7176230" y="5596509"/>
            <a:ext cx="342995" cy="34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2453A6"/>
                </a:solidFill>
                <a:latin typeface="Arial"/>
                <a:ea typeface="Arial"/>
                <a:cs typeface="Arial"/>
              </a:defRPr>
            </a:pPr>
            <a:r>
              <a:rPr sz="1425" b="1">
                <a:solidFill>
                  <a:srgbClr val="2453A6"/>
                </a:solidFill>
                <a:latin typeface="Arial"/>
                <a:ea typeface="Arial"/>
                <a:cs typeface="Arial"/>
              </a:rPr>
              <a:t>DB</a:t>
            </a:r>
          </a:p>
        </p:txBody>
      </p:sp>
      <p:sp>
        <p:nvSpPr>
          <p:cNvPr id="452" name="VAJRA diagram label 168">
            <a:extLst xmlns:a="http://schemas.openxmlformats.org/drawingml/2006/main">
              <a:ext uri="{FF2B5EF4-FFF2-40B4-BE49-F238E27FC236}">
                <a16:creationId xmlns:a16="http://schemas.microsoft.com/office/drawing/2014/main" id="{AACDCF58-024E-4947-B54D-8B90B69EABF1}"/>
              </a:ext>
            </a:extLst>
          </p:cNvPr>
          <p:cNvSpPr>
            <a:spLocks xmlns:a="http://schemas.openxmlformats.org/drawingml/2006/main" noGrp="1"/>
          </p:cNvSpPr>
          <p:nvPr/>
        </p:nvSpPr>
        <p:spPr>
          <a:xfrm xmlns:a="http://schemas.openxmlformats.org/drawingml/2006/main">
            <a:off x="9249823" y="5596509"/>
            <a:ext cx="342995" cy="34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75" b="1">
                <a:solidFill>
                  <a:srgbClr val="2453A6"/>
                </a:solidFill>
                <a:latin typeface="Arial"/>
                <a:ea typeface="Arial"/>
                <a:cs typeface="Arial"/>
              </a:defRPr>
            </a:pPr>
            <a:r>
              <a:rPr sz="1275" b="1">
                <a:solidFill>
                  <a:srgbClr val="2453A6"/>
                </a:solidFill>
                <a:latin typeface="Arial"/>
                <a:ea typeface="Arial"/>
                <a:cs typeface="Arial"/>
              </a:rPr>
              <a:t>CSI</a:t>
            </a:r>
          </a:p>
        </p:txBody>
      </p:sp>
      <p:sp>
        <p:nvSpPr>
          <p:cNvPr id="453" name="VAJRA diagram label 170">
            <a:extLst xmlns:a="http://schemas.openxmlformats.org/drawingml/2006/main">
              <a:ext uri="{FF2B5EF4-FFF2-40B4-BE49-F238E27FC236}">
                <a16:creationId xmlns:a16="http://schemas.microsoft.com/office/drawing/2014/main" id="{3221BCEB-D35C-4E4C-ABD7-9701585808A9}"/>
              </a:ext>
            </a:extLst>
          </p:cNvPr>
          <p:cNvSpPr>
            <a:spLocks xmlns:a="http://schemas.openxmlformats.org/drawingml/2006/main" noGrp="1"/>
          </p:cNvSpPr>
          <p:nvPr/>
        </p:nvSpPr>
        <p:spPr>
          <a:xfrm xmlns:a="http://schemas.openxmlformats.org/drawingml/2006/main">
            <a:off x="9841611" y="5596509"/>
            <a:ext cx="342995" cy="34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050" b="1">
                <a:solidFill>
                  <a:srgbClr val="2453A6"/>
                </a:solidFill>
                <a:latin typeface="Arial"/>
                <a:ea typeface="Arial"/>
                <a:cs typeface="Arial"/>
              </a:defRPr>
            </a:pPr>
            <a:r>
              <a:rPr sz="1050" b="1">
                <a:solidFill>
                  <a:srgbClr val="2453A6"/>
                </a:solidFill>
                <a:latin typeface="Arial"/>
                <a:ea typeface="Arial"/>
                <a:cs typeface="Arial"/>
              </a:rPr>
              <a:t>Rain</a:t>
            </a:r>
          </a:p>
        </p:txBody>
      </p:sp>
      <p:sp>
        <p:nvSpPr>
          <p:cNvPr id="454" name="Observation node">
            <a:extLst xmlns:a="http://schemas.openxmlformats.org/drawingml/2006/main">
              <a:ext uri="{FF2B5EF4-FFF2-40B4-BE49-F238E27FC236}">
                <a16:creationId xmlns:a16="http://schemas.microsoft.com/office/drawing/2014/main" id="{4D917C3C-3DE0-45A7-B5E8-CD7EB64B2F03}"/>
              </a:ext>
            </a:extLst>
          </p:cNvPr>
          <p:cNvSpPr>
            <a:spLocks xmlns:a="http://schemas.openxmlformats.org/drawingml/2006/main" noGrp="1"/>
          </p:cNvSpPr>
          <p:nvPr/>
        </p:nvSpPr>
        <p:spPr>
          <a:xfrm xmlns:a="http://schemas.openxmlformats.org/drawingml/2006/main">
            <a:off x="266700" y="1752600"/>
            <a:ext cx="533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0072BC"/>
                </a:solidFill>
                <a:latin typeface="Arial"/>
                <a:ea typeface="Arial"/>
                <a:cs typeface="Arial"/>
              </a:defRPr>
            </a:pPr>
            <a:r>
              <a:rPr sz="1200" b="1">
                <a:solidFill>
                  <a:srgbClr val="0072BC"/>
                </a:solidFill>
                <a:latin typeface="Arial"/>
                <a:ea typeface="Arial"/>
                <a:cs typeface="Arial"/>
              </a:rPr>
              <a:t>DATA</a:t>
            </a:r>
          </a:p>
        </p:txBody>
      </p:sp>
      <p:sp>
        <p:nvSpPr>
          <p:cNvPr id="455" name="Motion node">
            <a:extLst xmlns:a="http://schemas.openxmlformats.org/drawingml/2006/main">
              <a:ext uri="{FF2B5EF4-FFF2-40B4-BE49-F238E27FC236}">
                <a16:creationId xmlns:a16="http://schemas.microsoft.com/office/drawing/2014/main" id="{6D27BCA5-37FB-4A5F-90D1-17FB2F3699DE}"/>
              </a:ext>
            </a:extLst>
          </p:cNvPr>
          <p:cNvSpPr>
            <a:spLocks xmlns:a="http://schemas.openxmlformats.org/drawingml/2006/main" noGrp="1"/>
          </p:cNvSpPr>
          <p:nvPr/>
        </p:nvSpPr>
        <p:spPr>
          <a:xfrm xmlns:a="http://schemas.openxmlformats.org/drawingml/2006/main">
            <a:off x="1981200" y="1476375"/>
            <a:ext cx="3143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1">
                <a:solidFill>
                  <a:srgbClr val="103586"/>
                </a:solidFill>
                <a:latin typeface="Arial"/>
                <a:ea typeface="Arial"/>
                <a:cs typeface="Arial"/>
              </a:defRPr>
            </a:pPr>
            <a:r>
              <a:rPr sz="900" b="1">
                <a:solidFill>
                  <a:srgbClr val="103586"/>
                </a:solidFill>
                <a:latin typeface="Arial"/>
                <a:ea typeface="Arial"/>
                <a:cs typeface="Arial"/>
              </a:rPr>
              <a:t>dBZ</a:t>
            </a:r>
          </a:p>
        </p:txBody>
      </p:sp>
      <p:sp>
        <p:nvSpPr>
          <p:cNvPr id="456" name="Satellite node">
            <a:extLst xmlns:a="http://schemas.openxmlformats.org/drawingml/2006/main">
              <a:ext uri="{FF2B5EF4-FFF2-40B4-BE49-F238E27FC236}">
                <a16:creationId xmlns:a16="http://schemas.microsoft.com/office/drawing/2014/main" id="{FFF9BE05-10D4-43FE-AE67-23865964345A}"/>
              </a:ext>
            </a:extLst>
          </p:cNvPr>
          <p:cNvSpPr>
            <a:spLocks xmlns:a="http://schemas.openxmlformats.org/drawingml/2006/main" noGrp="1"/>
          </p:cNvSpPr>
          <p:nvPr/>
        </p:nvSpPr>
        <p:spPr>
          <a:xfrm xmlns:a="http://schemas.openxmlformats.org/drawingml/2006/main">
            <a:off x="1971675" y="208597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103586"/>
                </a:solidFill>
                <a:latin typeface="Arial"/>
                <a:ea typeface="Arial"/>
                <a:cs typeface="Arial"/>
              </a:defRPr>
            </a:pPr>
            <a:r>
              <a:rPr sz="1200" b="1">
                <a:solidFill>
                  <a:srgbClr val="103586"/>
                </a:solidFill>
                <a:latin typeface="Arial"/>
                <a:ea typeface="Arial"/>
                <a:cs typeface="Arial"/>
              </a:rPr>
              <a:t>IR</a:t>
            </a:r>
          </a:p>
        </p:txBody>
      </p:sp>
      <p:sp>
        <p:nvSpPr>
          <p:cNvPr id="457" name="Archive node">
            <a:extLst xmlns:a="http://schemas.openxmlformats.org/drawingml/2006/main">
              <a:ext uri="{FF2B5EF4-FFF2-40B4-BE49-F238E27FC236}">
                <a16:creationId xmlns:a16="http://schemas.microsoft.com/office/drawing/2014/main" id="{B036811E-3627-4FDD-A279-135BB5A2C515}"/>
              </a:ext>
            </a:extLst>
          </p:cNvPr>
          <p:cNvSpPr>
            <a:spLocks xmlns:a="http://schemas.openxmlformats.org/drawingml/2006/main" noGrp="1"/>
          </p:cNvSpPr>
          <p:nvPr/>
        </p:nvSpPr>
        <p:spPr>
          <a:xfrm xmlns:a="http://schemas.openxmlformats.org/drawingml/2006/main">
            <a:off x="4029075" y="3971925"/>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0072BC"/>
                </a:solidFill>
                <a:latin typeface="Arial"/>
                <a:ea typeface="Arial"/>
                <a:cs typeface="Arial"/>
              </a:defRPr>
            </a:pPr>
            <a:r>
              <a:rPr sz="1200" b="1">
                <a:solidFill>
                  <a:srgbClr val="0072BC"/>
                </a:solidFill>
                <a:latin typeface="Arial"/>
                <a:ea typeface="Arial"/>
                <a:cs typeface="Arial"/>
              </a:rPr>
              <a:t>DB</a:t>
            </a:r>
          </a:p>
        </p:txBody>
      </p:sp>
    </p:spTree>
    <p:extLst>
      <p:ext uri="{BB962C8B-B14F-4D97-AF65-F5344CB8AC3E}">
        <p14:creationId xmlns:p14="http://schemas.microsoft.com/office/powerpoint/2010/main" val="11758226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37" name="Google Shape;437;p5">
            <a:extLst xmlns:a="http://schemas.openxmlformats.org/drawingml/2006/main">
              <a:ext uri="{FF2B5EF4-FFF2-40B4-BE49-F238E27FC236}">
                <a16:creationId xmlns:a16="http://schemas.microsoft.com/office/drawing/2014/main" id="{0ED8179A-B7C4-4C78-960F-CE241ECB8714}"/>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438" name="Google Shape;438;p5">
            <a:extLst xmlns:a="http://schemas.openxmlformats.org/drawingml/2006/main">
              <a:ext uri="{FF2B5EF4-FFF2-40B4-BE49-F238E27FC236}">
                <a16:creationId xmlns:a16="http://schemas.microsoft.com/office/drawing/2014/main" id="{AB5FE076-C1D4-4D70-9FF0-1CBC0A95CD14}"/>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439" name="Google Shape;439;p5">
            <a:extLst xmlns:a="http://schemas.openxmlformats.org/drawingml/2006/main">
              <a:ext uri="{FF2B5EF4-FFF2-40B4-BE49-F238E27FC236}">
                <a16:creationId xmlns:a16="http://schemas.microsoft.com/office/drawing/2014/main" id="{5AF5AF07-A9D0-4B6B-9A6D-6A92685B8371}"/>
              </a:ext>
            </a:extLst>
          </p:cNvPr>
          <p:cNvSpPr>
            <a:spLocks xmlns:a="http://schemas.openxmlformats.org/drawingml/2006/main" noGrp="1"/>
          </p:cNvSpPr>
          <p:nvPr>
            <p:ph type="title" idx="0"/>
          </p:nvPr>
        </p:nvSpPr>
        <p:spPr>
          <a:xfrm xmlns:a="http://schemas.openxmlformats.org/drawingml/2006/main">
            <a:off x="1771650" y="238125"/>
            <a:ext cx="7972425"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200"/>
              <a:buFont typeface="Times New Roman"/>
              <a:buNone/>
            </a:pPr>
            <a:r>
              <a:rPr sz="3200" b="1">
                <a:latin typeface="Times New Roman"/>
                <a:ea typeface="Times New Roman"/>
                <a:cs typeface="Times New Roman"/>
              </a:rPr>
              <a:t>FEASIBILITY AND VIABILITY</a:t>
            </a:r>
            <a:endParaRPr/>
          </a:p>
        </p:txBody>
      </p:sp>
      <p:sp>
        <p:nvSpPr>
          <p:cNvPr id="440" name="Google Shape;440;p5">
            <a:extLst xmlns:a="http://schemas.openxmlformats.org/drawingml/2006/main">
              <a:ext uri="{FF2B5EF4-FFF2-40B4-BE49-F238E27FC236}">
                <a16:creationId xmlns:a16="http://schemas.microsoft.com/office/drawing/2014/main" id="{C8DFDF99-04D8-444B-BA5E-8394C85FAAFD}"/>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441" name="Google Shape;441;p5">
            <a:extLst xmlns:a="http://schemas.openxmlformats.org/drawingml/2006/main">
              <a:ext uri="{FF2B5EF4-FFF2-40B4-BE49-F238E27FC236}">
                <a16:creationId xmlns:a16="http://schemas.microsoft.com/office/drawing/2014/main" id="{593BA49B-3952-4540-B80D-8B42D693DCB2}"/>
              </a:ext>
            </a:extLst>
          </p:cNvPr>
          <p:cNvSpPr>
            <a:spLocks xmlns:a="http://schemas.openxmlformats.org/drawingml/2006/main" noGrp="1"/>
          </p:cNvSpPr>
          <p:nvPr/>
        </p:nvSpPr>
        <p:spPr>
          <a:xfrm xmlns:a="http://schemas.openxmlformats.org/drawingml/2006/main">
            <a:off x="285750" y="1304925"/>
            <a:ext cx="3619500" cy="342900"/>
          </a:xfrm>
          <a:prstGeom xmlns:a="http://schemas.openxmlformats.org/drawingml/2006/main" prst="rect">
            <a:avLst/>
          </a:prstGeom>
          <a:solidFill xmlns:a="http://schemas.openxmlformats.org/drawingml/2006/main">
            <a:srgbClr val="0072B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2" name="Google Shape;442;p5">
            <a:extLst xmlns:a="http://schemas.openxmlformats.org/drawingml/2006/main">
              <a:ext uri="{FF2B5EF4-FFF2-40B4-BE49-F238E27FC236}">
                <a16:creationId xmlns:a16="http://schemas.microsoft.com/office/drawing/2014/main" id="{7B6B93D3-CF9C-4E9C-A720-60B7C57643C6}"/>
              </a:ext>
            </a:extLst>
          </p:cNvPr>
          <p:cNvSpPr>
            <a:spLocks xmlns:a="http://schemas.openxmlformats.org/drawingml/2006/main" noGrp="1"/>
          </p:cNvSpPr>
          <p:nvPr/>
        </p:nvSpPr>
        <p:spPr>
          <a:xfrm xmlns:a="http://schemas.openxmlformats.org/drawingml/2006/main">
            <a:off x="333375" y="1343024"/>
            <a:ext cx="3524250" cy="2469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700"/>
              <a:buFont typeface="Arial"/>
              <a:buNone/>
            </a:pPr>
            <a:r>
              <a:rPr sz="1700" b="1" i="0" u="none" strike="noStrike" cap="none">
                <a:solidFill>
                  <a:srgbClr val="FFFFFF"/>
                </a:solidFill>
                <a:latin typeface="Arial"/>
                <a:ea typeface="Arial"/>
                <a:cs typeface="Arial"/>
              </a:rPr>
              <a:t>FEASIBILITY ANALYSIS</a:t>
            </a:r>
            <a:endParaRPr sz="1400" b="0" i="0" u="none" strike="noStrike" cap="none">
              <a:solidFill>
                <a:srgbClr val="000000"/>
              </a:solidFill>
              <a:latin typeface="Arial"/>
              <a:ea typeface="Arial"/>
              <a:cs typeface="Arial"/>
            </a:endParaRPr>
          </a:p>
        </p:txBody>
      </p:sp>
      <p:sp>
        <p:nvSpPr>
          <p:cNvPr id="443" name="Google Shape;443;p5">
            <a:extLst xmlns:a="http://schemas.openxmlformats.org/drawingml/2006/main">
              <a:ext uri="{FF2B5EF4-FFF2-40B4-BE49-F238E27FC236}">
                <a16:creationId xmlns:a16="http://schemas.microsoft.com/office/drawing/2014/main" id="{E7001960-9497-4CA3-896A-391EA68946CE}"/>
              </a:ext>
            </a:extLst>
          </p:cNvPr>
          <p:cNvSpPr>
            <a:spLocks xmlns:a="http://schemas.openxmlformats.org/drawingml/2006/main" noGrp="1"/>
          </p:cNvSpPr>
          <p:nvPr/>
        </p:nvSpPr>
        <p:spPr>
          <a:xfrm xmlns:a="http://schemas.openxmlformats.org/drawingml/2006/main">
            <a:off x="268875" y="1776863"/>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4" name="Google Shape;444;p5">
            <a:extLst xmlns:a="http://schemas.openxmlformats.org/drawingml/2006/main">
              <a:ext uri="{FF2B5EF4-FFF2-40B4-BE49-F238E27FC236}">
                <a16:creationId xmlns:a16="http://schemas.microsoft.com/office/drawing/2014/main" id="{0885DEC5-5CB3-4422-BEAB-52F81B9D3DC2}"/>
              </a:ext>
            </a:extLst>
          </p:cNvPr>
          <p:cNvSpPr>
            <a:spLocks xmlns:a="http://schemas.openxmlformats.org/drawingml/2006/main" noGrp="1"/>
          </p:cNvSpPr>
          <p:nvPr/>
        </p:nvSpPr>
        <p:spPr>
          <a:xfrm xmlns:a="http://schemas.openxmlformats.org/drawingml/2006/main">
            <a:off x="476189" y="1809124"/>
            <a:ext cx="826200" cy="702270"/>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5" name="Google Shape;445;p5">
            <a:extLst xmlns:a="http://schemas.openxmlformats.org/drawingml/2006/main">
              <a:ext uri="{FF2B5EF4-FFF2-40B4-BE49-F238E27FC236}">
                <a16:creationId xmlns:a16="http://schemas.microsoft.com/office/drawing/2014/main" id="{980A9EAE-9B8C-46E0-B91C-3145B8D69297}"/>
              </a:ext>
            </a:extLst>
          </p:cNvPr>
          <p:cNvSpPr>
            <a:spLocks xmlns:a="http://schemas.openxmlformats.org/drawingml/2006/main" noGrp="1"/>
          </p:cNvSpPr>
          <p:nvPr/>
        </p:nvSpPr>
        <p:spPr>
          <a:xfrm xmlns:a="http://schemas.openxmlformats.org/drawingml/2006/main">
            <a:off x="552073" y="1873626"/>
            <a:ext cx="674406" cy="573264"/>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6" name="Google Shape;446;p5">
            <a:extLst xmlns:a="http://schemas.openxmlformats.org/drawingml/2006/main">
              <a:ext uri="{FF2B5EF4-FFF2-40B4-BE49-F238E27FC236}">
                <a16:creationId xmlns:a16="http://schemas.microsoft.com/office/drawing/2014/main" id="{2D52B570-1468-4786-B372-BE37BEA6AFCC}"/>
              </a:ext>
            </a:extLst>
          </p:cNvPr>
          <p:cNvSpPr>
            <a:spLocks xmlns:a="http://schemas.openxmlformats.org/drawingml/2006/main" noGrp="1"/>
          </p:cNvSpPr>
          <p:nvPr/>
        </p:nvSpPr>
        <p:spPr>
          <a:xfrm xmlns:a="http://schemas.openxmlformats.org/drawingml/2006/main">
            <a:off x="74994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7" name="Google Shape;447;p5">
            <a:extLst xmlns:a="http://schemas.openxmlformats.org/drawingml/2006/main">
              <a:ext uri="{FF2B5EF4-FFF2-40B4-BE49-F238E27FC236}">
                <a16:creationId xmlns:a16="http://schemas.microsoft.com/office/drawing/2014/main" id="{72A30443-5949-4F80-B868-E8BA7178A659}"/>
              </a:ext>
            </a:extLst>
          </p:cNvPr>
          <p:cNvSpPr>
            <a:spLocks xmlns:a="http://schemas.openxmlformats.org/drawingml/2006/main" noGrp="1"/>
          </p:cNvSpPr>
          <p:nvPr/>
        </p:nvSpPr>
        <p:spPr>
          <a:xfrm xmlns:a="http://schemas.openxmlformats.org/drawingml/2006/main">
            <a:off x="737569"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8" name="Google Shape;448;p5">
            <a:extLst xmlns:a="http://schemas.openxmlformats.org/drawingml/2006/main">
              <a:ext uri="{FF2B5EF4-FFF2-40B4-BE49-F238E27FC236}">
                <a16:creationId xmlns:a16="http://schemas.microsoft.com/office/drawing/2014/main" id="{7CDAF0CE-4F38-42E0-AADE-DE7FB7DFE860}"/>
              </a:ext>
            </a:extLst>
          </p:cNvPr>
          <p:cNvSpPr>
            <a:spLocks xmlns:a="http://schemas.openxmlformats.org/drawingml/2006/main" noGrp="1"/>
          </p:cNvSpPr>
          <p:nvPr/>
        </p:nvSpPr>
        <p:spPr>
          <a:xfrm xmlns:a="http://schemas.openxmlformats.org/drawingml/2006/main">
            <a:off x="626116" y="2029300"/>
            <a:ext cx="114300" cy="405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49" name="Google Shape;449;p5">
            <a:extLst xmlns:a="http://schemas.openxmlformats.org/drawingml/2006/main">
              <a:ext uri="{FF2B5EF4-FFF2-40B4-BE49-F238E27FC236}">
                <a16:creationId xmlns:a16="http://schemas.microsoft.com/office/drawing/2014/main" id="{20FA0955-3B80-440C-BA3E-07E207111C5A}"/>
              </a:ext>
            </a:extLst>
          </p:cNvPr>
          <p:cNvSpPr>
            <a:spLocks xmlns:a="http://schemas.openxmlformats.org/drawingml/2006/main" noGrp="1"/>
          </p:cNvSpPr>
          <p:nvPr/>
        </p:nvSpPr>
        <p:spPr>
          <a:xfrm xmlns:a="http://schemas.openxmlformats.org/drawingml/2006/main">
            <a:off x="1092841" y="2029300"/>
            <a:ext cx="114300" cy="405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0" name="Google Shape;450;p5">
            <a:extLst xmlns:a="http://schemas.openxmlformats.org/drawingml/2006/main">
              <a:ext uri="{FF2B5EF4-FFF2-40B4-BE49-F238E27FC236}">
                <a16:creationId xmlns:a16="http://schemas.microsoft.com/office/drawing/2014/main" id="{FDA2B51D-0299-4263-A800-8D56EA424582}"/>
              </a:ext>
            </a:extLst>
          </p:cNvPr>
          <p:cNvSpPr>
            <a:spLocks xmlns:a="http://schemas.openxmlformats.org/drawingml/2006/main" noGrp="1"/>
          </p:cNvSpPr>
          <p:nvPr/>
        </p:nvSpPr>
        <p:spPr>
          <a:xfrm xmlns:a="http://schemas.openxmlformats.org/drawingml/2006/main">
            <a:off x="84519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1" name="Google Shape;451;p5">
            <a:extLst xmlns:a="http://schemas.openxmlformats.org/drawingml/2006/main">
              <a:ext uri="{FF2B5EF4-FFF2-40B4-BE49-F238E27FC236}">
                <a16:creationId xmlns:a16="http://schemas.microsoft.com/office/drawing/2014/main" id="{54D9F99E-CBC8-4306-9A47-31F9781BD210}"/>
              </a:ext>
            </a:extLst>
          </p:cNvPr>
          <p:cNvSpPr>
            <a:spLocks xmlns:a="http://schemas.openxmlformats.org/drawingml/2006/main" noGrp="1"/>
          </p:cNvSpPr>
          <p:nvPr/>
        </p:nvSpPr>
        <p:spPr>
          <a:xfrm xmlns:a="http://schemas.openxmlformats.org/drawingml/2006/main">
            <a:off x="821886"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2" name="Google Shape;452;p5">
            <a:extLst xmlns:a="http://schemas.openxmlformats.org/drawingml/2006/main">
              <a:ext uri="{FF2B5EF4-FFF2-40B4-BE49-F238E27FC236}">
                <a16:creationId xmlns:a16="http://schemas.microsoft.com/office/drawing/2014/main" id="{A11B61F5-5AF9-4670-9318-0C970F3B7844}"/>
              </a:ext>
            </a:extLst>
          </p:cNvPr>
          <p:cNvSpPr>
            <a:spLocks xmlns:a="http://schemas.openxmlformats.org/drawingml/2006/main" noGrp="1"/>
          </p:cNvSpPr>
          <p:nvPr/>
        </p:nvSpPr>
        <p:spPr>
          <a:xfrm xmlns:a="http://schemas.openxmlformats.org/drawingml/2006/main">
            <a:off x="860008" y="2085014"/>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3" name="Google Shape;453;p5">
            <a:extLst xmlns:a="http://schemas.openxmlformats.org/drawingml/2006/main">
              <a:ext uri="{FF2B5EF4-FFF2-40B4-BE49-F238E27FC236}">
                <a16:creationId xmlns:a16="http://schemas.microsoft.com/office/drawing/2014/main" id="{D2B3E7B6-483B-44AD-9C4E-3B501D5EDABE}"/>
              </a:ext>
            </a:extLst>
          </p:cNvPr>
          <p:cNvSpPr>
            <a:spLocks xmlns:a="http://schemas.openxmlformats.org/drawingml/2006/main" noGrp="1"/>
          </p:cNvSpPr>
          <p:nvPr/>
        </p:nvSpPr>
        <p:spPr>
          <a:xfrm xmlns:a="http://schemas.openxmlformats.org/drawingml/2006/main">
            <a:off x="626107" y="2140064"/>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4" name="Google Shape;454;p5">
            <a:extLst xmlns:a="http://schemas.openxmlformats.org/drawingml/2006/main">
              <a:ext uri="{FF2B5EF4-FFF2-40B4-BE49-F238E27FC236}">
                <a16:creationId xmlns:a16="http://schemas.microsoft.com/office/drawing/2014/main" id="{B49772AC-A159-4248-8B95-06FA4912FFBC}"/>
              </a:ext>
            </a:extLst>
          </p:cNvPr>
          <p:cNvSpPr>
            <a:spLocks xmlns:a="http://schemas.openxmlformats.org/drawingml/2006/main" noGrp="1"/>
          </p:cNvSpPr>
          <p:nvPr/>
        </p:nvSpPr>
        <p:spPr>
          <a:xfrm xmlns:a="http://schemas.openxmlformats.org/drawingml/2006/main">
            <a:off x="94044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5" name="Google Shape;455;p5">
            <a:extLst xmlns:a="http://schemas.openxmlformats.org/drawingml/2006/main">
              <a:ext uri="{FF2B5EF4-FFF2-40B4-BE49-F238E27FC236}">
                <a16:creationId xmlns:a16="http://schemas.microsoft.com/office/drawing/2014/main" id="{68F94639-4E42-447F-A646-D2B059670D99}"/>
              </a:ext>
            </a:extLst>
          </p:cNvPr>
          <p:cNvSpPr>
            <a:spLocks xmlns:a="http://schemas.openxmlformats.org/drawingml/2006/main" noGrp="1"/>
          </p:cNvSpPr>
          <p:nvPr/>
        </p:nvSpPr>
        <p:spPr>
          <a:xfrm xmlns:a="http://schemas.openxmlformats.org/drawingml/2006/main">
            <a:off x="906201"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6" name="Google Shape;456;p5">
            <a:extLst xmlns:a="http://schemas.openxmlformats.org/drawingml/2006/main">
              <a:ext uri="{FF2B5EF4-FFF2-40B4-BE49-F238E27FC236}">
                <a16:creationId xmlns:a16="http://schemas.microsoft.com/office/drawing/2014/main" id="{6E41CE7C-B93F-4879-98D6-EB4D6B159EEA}"/>
              </a:ext>
            </a:extLst>
          </p:cNvPr>
          <p:cNvSpPr>
            <a:spLocks xmlns:a="http://schemas.openxmlformats.org/drawingml/2006/main" noGrp="1"/>
          </p:cNvSpPr>
          <p:nvPr/>
        </p:nvSpPr>
        <p:spPr>
          <a:xfrm xmlns:a="http://schemas.openxmlformats.org/drawingml/2006/main">
            <a:off x="860008" y="2156683"/>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7" name="Google Shape;457;p5">
            <a:extLst xmlns:a="http://schemas.openxmlformats.org/drawingml/2006/main">
              <a:ext uri="{FF2B5EF4-FFF2-40B4-BE49-F238E27FC236}">
                <a16:creationId xmlns:a16="http://schemas.microsoft.com/office/drawing/2014/main" id="{0E88296D-98CB-4151-BFB1-78A5EA4105CE}"/>
              </a:ext>
            </a:extLst>
          </p:cNvPr>
          <p:cNvSpPr>
            <a:spLocks xmlns:a="http://schemas.openxmlformats.org/drawingml/2006/main" noGrp="1"/>
          </p:cNvSpPr>
          <p:nvPr/>
        </p:nvSpPr>
        <p:spPr>
          <a:xfrm xmlns:a="http://schemas.openxmlformats.org/drawingml/2006/main">
            <a:off x="1087657" y="2140058"/>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8" name="Google Shape;458;p5">
            <a:extLst xmlns:a="http://schemas.openxmlformats.org/drawingml/2006/main">
              <a:ext uri="{FF2B5EF4-FFF2-40B4-BE49-F238E27FC236}">
                <a16:creationId xmlns:a16="http://schemas.microsoft.com/office/drawing/2014/main" id="{3C52E41C-FFB9-4E80-ADEC-0DFA4B674FCB}"/>
              </a:ext>
            </a:extLst>
          </p:cNvPr>
          <p:cNvSpPr>
            <a:spLocks xmlns:a="http://schemas.openxmlformats.org/drawingml/2006/main" noGrp="1"/>
          </p:cNvSpPr>
          <p:nvPr/>
        </p:nvSpPr>
        <p:spPr>
          <a:xfrm xmlns:a="http://schemas.openxmlformats.org/drawingml/2006/main">
            <a:off x="1035691" y="1932146"/>
            <a:ext cx="47700" cy="972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59" name="Google Shape;459;p5">
            <a:extLst xmlns:a="http://schemas.openxmlformats.org/drawingml/2006/main">
              <a:ext uri="{FF2B5EF4-FFF2-40B4-BE49-F238E27FC236}">
                <a16:creationId xmlns:a16="http://schemas.microsoft.com/office/drawing/2014/main" id="{39D54D25-88A8-4504-A473-D4F6519FF0EB}"/>
              </a:ext>
            </a:extLst>
          </p:cNvPr>
          <p:cNvSpPr>
            <a:spLocks xmlns:a="http://schemas.openxmlformats.org/drawingml/2006/main" noGrp="1"/>
          </p:cNvSpPr>
          <p:nvPr/>
        </p:nvSpPr>
        <p:spPr>
          <a:xfrm xmlns:a="http://schemas.openxmlformats.org/drawingml/2006/main">
            <a:off x="990516" y="2289302"/>
            <a:ext cx="42300" cy="858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0" name="Google Shape;460;p5">
            <a:extLst xmlns:a="http://schemas.openxmlformats.org/drawingml/2006/main">
              <a:ext uri="{FF2B5EF4-FFF2-40B4-BE49-F238E27FC236}">
                <a16:creationId xmlns:a16="http://schemas.microsoft.com/office/drawing/2014/main" id="{B071E58C-5713-427A-A4C8-465740D3C066}"/>
              </a:ext>
            </a:extLst>
          </p:cNvPr>
          <p:cNvSpPr>
            <a:spLocks xmlns:a="http://schemas.openxmlformats.org/drawingml/2006/main" noGrp="1"/>
          </p:cNvSpPr>
          <p:nvPr/>
        </p:nvSpPr>
        <p:spPr>
          <a:xfrm xmlns:a="http://schemas.openxmlformats.org/drawingml/2006/main">
            <a:off x="627958" y="2246301"/>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1" name="Google Shape;461;p5">
            <a:extLst xmlns:a="http://schemas.openxmlformats.org/drawingml/2006/main">
              <a:ext uri="{FF2B5EF4-FFF2-40B4-BE49-F238E27FC236}">
                <a16:creationId xmlns:a16="http://schemas.microsoft.com/office/drawing/2014/main" id="{EB399509-126D-438A-A9AF-FD5796E3ACF3}"/>
              </a:ext>
            </a:extLst>
          </p:cNvPr>
          <p:cNvSpPr>
            <a:spLocks xmlns:a="http://schemas.openxmlformats.org/drawingml/2006/main" noGrp="1"/>
          </p:cNvSpPr>
          <p:nvPr/>
        </p:nvSpPr>
        <p:spPr>
          <a:xfrm xmlns:a="http://schemas.openxmlformats.org/drawingml/2006/main">
            <a:off x="1087657" y="2242601"/>
            <a:ext cx="101100" cy="36000"/>
          </a:xfrm>
          <a:prstGeom xmlns:a="http://schemas.openxmlformats.org/drawingml/2006/main" prst="rect">
            <a:avLst/>
          </a:prstGeom>
          <a:solidFill xmlns:a="http://schemas.openxmlformats.org/drawingml/2006/main">
            <a:srgbClr val="F3C84C"/>
          </a:solidFill>
          <a:ln xmlns:a="http://schemas.openxmlformats.org/drawingml/2006/main" w="95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2" name="Google Shape;462;p5">
            <a:extLst xmlns:a="http://schemas.openxmlformats.org/drawingml/2006/main">
              <a:ext uri="{FF2B5EF4-FFF2-40B4-BE49-F238E27FC236}">
                <a16:creationId xmlns:a16="http://schemas.microsoft.com/office/drawing/2014/main" id="{0BC92610-483B-414F-A8B1-535F41E010AB}"/>
              </a:ext>
            </a:extLst>
          </p:cNvPr>
          <p:cNvSpPr>
            <a:spLocks xmlns:a="http://schemas.openxmlformats.org/drawingml/2006/main" noGrp="1"/>
          </p:cNvSpPr>
          <p:nvPr/>
        </p:nvSpPr>
        <p:spPr>
          <a:xfrm xmlns:a="http://schemas.openxmlformats.org/drawingml/2006/main">
            <a:off x="703843" y="2002629"/>
            <a:ext cx="379500" cy="322500"/>
          </a:xfrm>
          <a:prstGeom xmlns:a="http://schemas.openxmlformats.org/drawingml/2006/main" prst="roundRect">
            <a:avLst>
              <a:gd name="adj" fmla="val 17778"/>
            </a:avLst>
          </a:prstGeom>
          <a:solidFill xmlns:a="http://schemas.openxmlformats.org/drawingml/2006/main">
            <a:srgbClr val="59BCE7"/>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3" name="Google Shape;463;p5">
            <a:extLst xmlns:a="http://schemas.openxmlformats.org/drawingml/2006/main">
              <a:ext uri="{FF2B5EF4-FFF2-40B4-BE49-F238E27FC236}">
                <a16:creationId xmlns:a16="http://schemas.microsoft.com/office/drawing/2014/main" id="{7D58772C-35F8-42A7-932F-BBC56DE74CE9}"/>
              </a:ext>
            </a:extLst>
          </p:cNvPr>
          <p:cNvSpPr>
            <a:spLocks xmlns:a="http://schemas.openxmlformats.org/drawingml/2006/main" noGrp="1"/>
          </p:cNvSpPr>
          <p:nvPr/>
        </p:nvSpPr>
        <p:spPr>
          <a:xfrm xmlns:a="http://schemas.openxmlformats.org/drawingml/2006/main">
            <a:off x="737569" y="2052796"/>
            <a:ext cx="312000" cy="23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500"/>
              <a:buFont typeface="Arial"/>
              <a:buNone/>
            </a:pPr>
            <a:r>
              <a:rPr sz="1500" b="1" i="0" u="none" strike="noStrike" cap="none">
                <a:solidFill>
                  <a:srgbClr val="161C24"/>
                </a:solidFill>
                <a:latin typeface="Arial"/>
                <a:ea typeface="Arial"/>
                <a:cs typeface="Arial"/>
              </a:rPr>
              <a:t>AI</a:t>
            </a:r>
            <a:endParaRPr sz="1400" b="0" i="0" u="none" strike="noStrike" cap="none">
              <a:solidFill>
                <a:srgbClr val="000000"/>
              </a:solidFill>
              <a:latin typeface="Arial"/>
              <a:ea typeface="Arial"/>
              <a:cs typeface="Arial"/>
            </a:endParaRPr>
          </a:p>
        </p:txBody>
      </p:sp>
      <p:sp>
        <p:nvSpPr>
          <p:cNvPr id="464" name="Google Shape;464;p5">
            <a:extLst xmlns:a="http://schemas.openxmlformats.org/drawingml/2006/main">
              <a:ext uri="{FF2B5EF4-FFF2-40B4-BE49-F238E27FC236}">
                <a16:creationId xmlns:a16="http://schemas.microsoft.com/office/drawing/2014/main" id="{CBFB490D-FA14-4642-B9FD-E2B2BD16E545}"/>
              </a:ext>
            </a:extLst>
          </p:cNvPr>
          <p:cNvSpPr>
            <a:spLocks xmlns:a="http://schemas.openxmlformats.org/drawingml/2006/main" noGrp="1"/>
          </p:cNvSpPr>
          <p:nvPr/>
        </p:nvSpPr>
        <p:spPr>
          <a:xfrm xmlns:a="http://schemas.openxmlformats.org/drawingml/2006/main">
            <a:off x="1309687" y="1793170"/>
            <a:ext cx="2476501" cy="1728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200"/>
              <a:buFont typeface="Arial"/>
              <a:buNone/>
            </a:pPr>
            <a:r>
              <a:rPr sz="1200" b="1" i="0" u="none" strike="noStrike" cap="none">
                <a:solidFill>
                  <a:srgbClr val="0072BC"/>
                </a:solidFill>
                <a:latin typeface="Arial"/>
                <a:ea typeface="Arial"/>
                <a:cs typeface="Arial"/>
              </a:rPr>
              <a:t>TECHNICAL FEASIBILITY</a:t>
            </a:r>
            <a:endParaRPr sz="1400" b="0" i="0" u="none" strike="noStrike" cap="none">
              <a:solidFill>
                <a:srgbClr val="000000"/>
              </a:solidFill>
              <a:latin typeface="Arial"/>
              <a:ea typeface="Arial"/>
              <a:cs typeface="Arial"/>
            </a:endParaRPr>
          </a:p>
        </p:txBody>
      </p:sp>
      <p:sp>
        <p:nvSpPr>
          <p:cNvPr id="465" name="Google Shape;465;p5">
            <a:extLst xmlns:a="http://schemas.openxmlformats.org/drawingml/2006/main">
              <a:ext uri="{FF2B5EF4-FFF2-40B4-BE49-F238E27FC236}">
                <a16:creationId xmlns:a16="http://schemas.microsoft.com/office/drawing/2014/main" id="{3767BE43-6A42-4F88-979C-CCBDCCC7D97E}"/>
              </a:ext>
            </a:extLst>
          </p:cNvPr>
          <p:cNvSpPr>
            <a:spLocks xmlns:a="http://schemas.openxmlformats.org/drawingml/2006/main" noGrp="1"/>
          </p:cNvSpPr>
          <p:nvPr/>
        </p:nvSpPr>
        <p:spPr>
          <a:xfrm xmlns:a="http://schemas.openxmlformats.org/drawingml/2006/main">
            <a:off x="1445720" y="1995429"/>
            <a:ext cx="21921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000000"/>
                </a:solidFill>
                <a:latin typeface="Arial"/>
                <a:ea typeface="Arial"/>
                <a:cs typeface="Arial"/>
              </a:rPr>
              <a:t>Compact temporal model.</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000000"/>
                </a:solidFill>
                <a:latin typeface="Arial"/>
                <a:ea typeface="Arial"/>
                <a:cs typeface="Arial"/>
              </a:rPr>
              <a:t>Open radar processing tools.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000000"/>
                </a:solidFill>
                <a:latin typeface="Arial"/>
                <a:ea typeface="Arial"/>
                <a:cs typeface="Arial"/>
              </a:rPr>
              <a:t>Indian data access needed.</a:t>
            </a:r>
            <a:endParaRPr sz="1400" b="0" i="0" u="none" strike="noStrike" cap="none">
              <a:solidFill>
                <a:srgbClr val="000000"/>
              </a:solidFill>
              <a:latin typeface="Arial"/>
              <a:ea typeface="Arial"/>
              <a:cs typeface="Arial"/>
            </a:endParaRPr>
          </a:p>
        </p:txBody>
      </p:sp>
      <p:sp>
        <p:nvSpPr>
          <p:cNvPr id="466" name="Google Shape;466;p5">
            <a:extLst xmlns:a="http://schemas.openxmlformats.org/drawingml/2006/main">
              <a:ext uri="{FF2B5EF4-FFF2-40B4-BE49-F238E27FC236}">
                <a16:creationId xmlns:a16="http://schemas.microsoft.com/office/drawing/2014/main" id="{12BD855F-E2ED-4057-937A-94CE871B27C0}"/>
              </a:ext>
            </a:extLst>
          </p:cNvPr>
          <p:cNvSpPr>
            <a:spLocks xmlns:a="http://schemas.openxmlformats.org/drawingml/2006/main" noGrp="1"/>
          </p:cNvSpPr>
          <p:nvPr/>
        </p:nvSpPr>
        <p:spPr>
          <a:xfrm xmlns:a="http://schemas.openxmlformats.org/drawingml/2006/main">
            <a:off x="268875" y="2617073"/>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7" name="Google Shape;467;p5">
            <a:extLst xmlns:a="http://schemas.openxmlformats.org/drawingml/2006/main">
              <a:ext uri="{FF2B5EF4-FFF2-40B4-BE49-F238E27FC236}">
                <a16:creationId xmlns:a16="http://schemas.microsoft.com/office/drawing/2014/main" id="{DF7C3BA3-EF59-405A-BF1D-D3A2ABA60722}"/>
              </a:ext>
            </a:extLst>
          </p:cNvPr>
          <p:cNvSpPr>
            <a:spLocks xmlns:a="http://schemas.openxmlformats.org/drawingml/2006/main" noGrp="1"/>
          </p:cNvSpPr>
          <p:nvPr/>
        </p:nvSpPr>
        <p:spPr>
          <a:xfrm xmlns:a="http://schemas.openxmlformats.org/drawingml/2006/main">
            <a:off x="2689020" y="2636863"/>
            <a:ext cx="826200" cy="702270"/>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8" name="Google Shape;468;p5">
            <a:extLst xmlns:a="http://schemas.openxmlformats.org/drawingml/2006/main">
              <a:ext uri="{FF2B5EF4-FFF2-40B4-BE49-F238E27FC236}">
                <a16:creationId xmlns:a16="http://schemas.microsoft.com/office/drawing/2014/main" id="{890FC91C-E064-4D7E-A129-D44BC076F6F7}"/>
              </a:ext>
            </a:extLst>
          </p:cNvPr>
          <p:cNvSpPr>
            <a:spLocks xmlns:a="http://schemas.openxmlformats.org/drawingml/2006/main" noGrp="1"/>
          </p:cNvSpPr>
          <p:nvPr/>
        </p:nvSpPr>
        <p:spPr>
          <a:xfrm xmlns:a="http://schemas.openxmlformats.org/drawingml/2006/main">
            <a:off x="2764904" y="2701363"/>
            <a:ext cx="674406" cy="573264"/>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69" name="Google Shape;469;p5">
            <a:extLst xmlns:a="http://schemas.openxmlformats.org/drawingml/2006/main">
              <a:ext uri="{FF2B5EF4-FFF2-40B4-BE49-F238E27FC236}">
                <a16:creationId xmlns:a16="http://schemas.microsoft.com/office/drawing/2014/main" id="{4630334A-76C8-45DF-A359-EF4947E60AE2}"/>
              </a:ext>
            </a:extLst>
          </p:cNvPr>
          <p:cNvSpPr>
            <a:spLocks xmlns:a="http://schemas.openxmlformats.org/drawingml/2006/main" noGrp="1"/>
          </p:cNvSpPr>
          <p:nvPr/>
        </p:nvSpPr>
        <p:spPr>
          <a:xfrm xmlns:a="http://schemas.openxmlformats.org/drawingml/2006/main">
            <a:off x="3085306" y="3016704"/>
            <a:ext cx="252900" cy="64500"/>
          </a:xfrm>
          <a:prstGeom xmlns:a="http://schemas.openxmlformats.org/drawingml/2006/main" prst="rect">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0" name="Google Shape;470;p5">
            <a:extLst xmlns:a="http://schemas.openxmlformats.org/drawingml/2006/main">
              <a:ext uri="{FF2B5EF4-FFF2-40B4-BE49-F238E27FC236}">
                <a16:creationId xmlns:a16="http://schemas.microsoft.com/office/drawing/2014/main" id="{CF4BDA47-C133-493F-85DE-23F7F5C3663F}"/>
              </a:ext>
            </a:extLst>
          </p:cNvPr>
          <p:cNvSpPr>
            <a:spLocks xmlns:a="http://schemas.openxmlformats.org/drawingml/2006/main" noGrp="1"/>
          </p:cNvSpPr>
          <p:nvPr/>
        </p:nvSpPr>
        <p:spPr>
          <a:xfrm xmlns:a="http://schemas.openxmlformats.org/drawingml/2006/main">
            <a:off x="3085306" y="2995203"/>
            <a:ext cx="252900" cy="50100"/>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1" name="Google Shape;471;p5">
            <a:extLst xmlns:a="http://schemas.openxmlformats.org/drawingml/2006/main">
              <a:ext uri="{FF2B5EF4-FFF2-40B4-BE49-F238E27FC236}">
                <a16:creationId xmlns:a16="http://schemas.microsoft.com/office/drawing/2014/main" id="{C2ADB731-380F-4F87-A6A5-1AF0B0DC8610}"/>
              </a:ext>
            </a:extLst>
          </p:cNvPr>
          <p:cNvSpPr>
            <a:spLocks xmlns:a="http://schemas.openxmlformats.org/drawingml/2006/main" noGrp="1"/>
          </p:cNvSpPr>
          <p:nvPr/>
        </p:nvSpPr>
        <p:spPr>
          <a:xfrm xmlns:a="http://schemas.openxmlformats.org/drawingml/2006/main">
            <a:off x="3085306" y="2937868"/>
            <a:ext cx="252900" cy="64500"/>
          </a:xfrm>
          <a:prstGeom xmlns:a="http://schemas.openxmlformats.org/drawingml/2006/main" prst="rect">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2" name="Google Shape;472;p5">
            <a:extLst xmlns:a="http://schemas.openxmlformats.org/drawingml/2006/main">
              <a:ext uri="{FF2B5EF4-FFF2-40B4-BE49-F238E27FC236}">
                <a16:creationId xmlns:a16="http://schemas.microsoft.com/office/drawing/2014/main" id="{C80EF7C6-79C9-4FC4-A813-B8AC9DCC6DDC}"/>
              </a:ext>
            </a:extLst>
          </p:cNvPr>
          <p:cNvSpPr>
            <a:spLocks xmlns:a="http://schemas.openxmlformats.org/drawingml/2006/main" noGrp="1"/>
          </p:cNvSpPr>
          <p:nvPr/>
        </p:nvSpPr>
        <p:spPr>
          <a:xfrm xmlns:a="http://schemas.openxmlformats.org/drawingml/2006/main">
            <a:off x="3085306" y="2916367"/>
            <a:ext cx="252900" cy="50100"/>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3" name="Google Shape;473;p5">
            <a:extLst xmlns:a="http://schemas.openxmlformats.org/drawingml/2006/main">
              <a:ext uri="{FF2B5EF4-FFF2-40B4-BE49-F238E27FC236}">
                <a16:creationId xmlns:a16="http://schemas.microsoft.com/office/drawing/2014/main" id="{6D886857-7D03-4D9C-B25F-5C6D2BEBF691}"/>
              </a:ext>
            </a:extLst>
          </p:cNvPr>
          <p:cNvSpPr>
            <a:spLocks xmlns:a="http://schemas.openxmlformats.org/drawingml/2006/main" noGrp="1"/>
          </p:cNvSpPr>
          <p:nvPr/>
        </p:nvSpPr>
        <p:spPr>
          <a:xfrm xmlns:a="http://schemas.openxmlformats.org/drawingml/2006/main">
            <a:off x="3085306" y="2859034"/>
            <a:ext cx="252900" cy="64500"/>
          </a:xfrm>
          <a:prstGeom xmlns:a="http://schemas.openxmlformats.org/drawingml/2006/main" prst="rect">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4" name="Google Shape;474;p5">
            <a:extLst xmlns:a="http://schemas.openxmlformats.org/drawingml/2006/main">
              <a:ext uri="{FF2B5EF4-FFF2-40B4-BE49-F238E27FC236}">
                <a16:creationId xmlns:a16="http://schemas.microsoft.com/office/drawing/2014/main" id="{9BDBA1D2-5992-446A-B475-03E151EFA6F5}"/>
              </a:ext>
            </a:extLst>
          </p:cNvPr>
          <p:cNvSpPr>
            <a:spLocks xmlns:a="http://schemas.openxmlformats.org/drawingml/2006/main" noGrp="1"/>
          </p:cNvSpPr>
          <p:nvPr/>
        </p:nvSpPr>
        <p:spPr>
          <a:xfrm xmlns:a="http://schemas.openxmlformats.org/drawingml/2006/main">
            <a:off x="3085306" y="2837533"/>
            <a:ext cx="252900" cy="50100"/>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5" name="Google Shape;475;p5">
            <a:extLst xmlns:a="http://schemas.openxmlformats.org/drawingml/2006/main">
              <a:ext uri="{FF2B5EF4-FFF2-40B4-BE49-F238E27FC236}">
                <a16:creationId xmlns:a16="http://schemas.microsoft.com/office/drawing/2014/main" id="{F4149705-E26A-410A-B7E9-A1B2E037C930}"/>
              </a:ext>
            </a:extLst>
          </p:cNvPr>
          <p:cNvSpPr>
            <a:spLocks xmlns:a="http://schemas.openxmlformats.org/drawingml/2006/main" noGrp="1"/>
          </p:cNvSpPr>
          <p:nvPr/>
        </p:nvSpPr>
        <p:spPr>
          <a:xfrm xmlns:a="http://schemas.openxmlformats.org/drawingml/2006/main">
            <a:off x="2840790" y="2952202"/>
            <a:ext cx="303600" cy="258000"/>
          </a:xfrm>
          <a:prstGeom xmlns:a="http://schemas.openxmlformats.org/drawingml/2006/main" prst="ellipse">
            <a:avLst/>
          </a:prstGeom>
          <a:solidFill xmlns:a="http://schemas.openxmlformats.org/drawingml/2006/main">
            <a:srgbClr val="F3C84C"/>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6" name="Google Shape;476;p5">
            <a:extLst xmlns:a="http://schemas.openxmlformats.org/drawingml/2006/main">
              <a:ext uri="{FF2B5EF4-FFF2-40B4-BE49-F238E27FC236}">
                <a16:creationId xmlns:a16="http://schemas.microsoft.com/office/drawing/2014/main" id="{A1D12A48-1B9D-49BE-AD1B-8E223ABBB888}"/>
              </a:ext>
            </a:extLst>
          </p:cNvPr>
          <p:cNvSpPr>
            <a:spLocks xmlns:a="http://schemas.openxmlformats.org/drawingml/2006/main" noGrp="1"/>
          </p:cNvSpPr>
          <p:nvPr/>
        </p:nvSpPr>
        <p:spPr>
          <a:xfrm xmlns:a="http://schemas.openxmlformats.org/drawingml/2006/main">
            <a:off x="2882946" y="2973703"/>
            <a:ext cx="21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600"/>
              <a:buFont typeface="Arial"/>
              <a:buNone/>
            </a:pPr>
            <a:r>
              <a:rPr sz="1600" b="1" i="0" u="none" strike="noStrike" cap="none">
                <a:solidFill>
                  <a:srgbClr val="161C24"/>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477" name="Google Shape;477;p5">
            <a:extLst xmlns:a="http://schemas.openxmlformats.org/drawingml/2006/main">
              <a:ext uri="{FF2B5EF4-FFF2-40B4-BE49-F238E27FC236}">
                <a16:creationId xmlns:a16="http://schemas.microsoft.com/office/drawing/2014/main" id="{092156DA-72BB-424D-BA68-80FD099AA5B9}"/>
              </a:ext>
            </a:extLst>
          </p:cNvPr>
          <p:cNvSpPr>
            <a:spLocks xmlns:a="http://schemas.openxmlformats.org/drawingml/2006/main" noGrp="1"/>
          </p:cNvSpPr>
          <p:nvPr/>
        </p:nvSpPr>
        <p:spPr>
          <a:xfrm xmlns:a="http://schemas.openxmlformats.org/drawingml/2006/main">
            <a:off x="2891378" y="2758698"/>
            <a:ext cx="227718" cy="222102"/>
          </a:xfrm>
          <a:custGeom xmlns:a="http://schemas.openxmlformats.org/drawingml/2006/main">
            <a:rect l="l" t="t" r="r" b="b"/>
            <a:pathLst>
              <a:path w="21600" h="21600">
                <a:moveTo>
                  <a:pt x="0" y="9411"/>
                </a:moveTo>
                <a:lnTo>
                  <a:pt x="10800" y="0"/>
                </a:lnTo>
                <a:lnTo>
                  <a:pt x="21600" y="9411"/>
                </a:lnTo>
                <a:lnTo>
                  <a:pt x="16200" y="9411"/>
                </a:lnTo>
                <a:lnTo>
                  <a:pt x="16200" y="21600"/>
                </a:lnTo>
                <a:lnTo>
                  <a:pt x="5400" y="21600"/>
                </a:lnTo>
                <a:lnTo>
                  <a:pt x="5400" y="9411"/>
                </a:lnTo>
                <a:close/>
              </a:path>
            </a:pathLst>
          </a:custGeom>
          <a:solidFill xmlns:a="http://schemas.openxmlformats.org/drawingml/2006/main">
            <a:srgbClr val="91BA58"/>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78" name="Google Shape;478;p5">
            <a:extLst xmlns:a="http://schemas.openxmlformats.org/drawingml/2006/main">
              <a:ext uri="{FF2B5EF4-FFF2-40B4-BE49-F238E27FC236}">
                <a16:creationId xmlns:a16="http://schemas.microsoft.com/office/drawing/2014/main" id="{FD6B40D1-8B39-4F9E-B1BF-21ACAAAA7CFF}"/>
              </a:ext>
            </a:extLst>
          </p:cNvPr>
          <p:cNvSpPr>
            <a:spLocks xmlns:a="http://schemas.openxmlformats.org/drawingml/2006/main" noGrp="1"/>
          </p:cNvSpPr>
          <p:nvPr/>
        </p:nvSpPr>
        <p:spPr>
          <a:xfrm xmlns:a="http://schemas.openxmlformats.org/drawingml/2006/main">
            <a:off x="190050" y="2672700"/>
            <a:ext cx="26544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100"/>
              <a:buFont typeface="Arial"/>
              <a:buNone/>
            </a:pPr>
            <a:r>
              <a:rPr sz="1100" b="1" i="0" u="none" strike="noStrike" cap="none">
                <a:solidFill>
                  <a:srgbClr val="0072BC"/>
                </a:solidFill>
                <a:latin typeface="Arial"/>
                <a:ea typeface="Arial"/>
                <a:cs typeface="Arial"/>
              </a:rPr>
              <a:t>COMPUTE FEASIBILITY</a:t>
            </a:r>
            <a:endParaRPr sz="1400" b="0" i="0" u="none" strike="noStrike" cap="none">
              <a:solidFill>
                <a:srgbClr val="000000"/>
              </a:solidFill>
              <a:latin typeface="Arial"/>
              <a:ea typeface="Arial"/>
              <a:cs typeface="Arial"/>
            </a:endParaRPr>
          </a:p>
        </p:txBody>
      </p:sp>
      <p:sp>
        <p:nvSpPr>
          <p:cNvPr id="479" name="Google Shape;479;p5">
            <a:extLst xmlns:a="http://schemas.openxmlformats.org/drawingml/2006/main">
              <a:ext uri="{FF2B5EF4-FFF2-40B4-BE49-F238E27FC236}">
                <a16:creationId xmlns:a16="http://schemas.microsoft.com/office/drawing/2014/main" id="{908BC7BC-E2CF-41F8-A109-66BA7249D003}"/>
              </a:ext>
            </a:extLst>
          </p:cNvPr>
          <p:cNvSpPr>
            <a:spLocks xmlns:a="http://schemas.openxmlformats.org/drawingml/2006/main" noGrp="1"/>
          </p:cNvSpPr>
          <p:nvPr/>
        </p:nvSpPr>
        <p:spPr>
          <a:xfrm xmlns:a="http://schemas.openxmlformats.org/drawingml/2006/main">
            <a:off x="190050" y="2873374"/>
            <a:ext cx="26544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Start with one region.</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Reuse observing networks.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Bound queues and cache inputs.</a:t>
            </a:r>
            <a:endParaRPr sz="1400" b="0" i="0" u="none" strike="noStrike" cap="none">
              <a:solidFill>
                <a:srgbClr val="000000"/>
              </a:solidFill>
              <a:latin typeface="Arial"/>
              <a:ea typeface="Arial"/>
              <a:cs typeface="Arial"/>
            </a:endParaRPr>
          </a:p>
        </p:txBody>
      </p:sp>
      <p:sp>
        <p:nvSpPr>
          <p:cNvPr id="480" name="Google Shape;480;p5">
            <a:extLst xmlns:a="http://schemas.openxmlformats.org/drawingml/2006/main">
              <a:ext uri="{FF2B5EF4-FFF2-40B4-BE49-F238E27FC236}">
                <a16:creationId xmlns:a16="http://schemas.microsoft.com/office/drawing/2014/main" id="{46073BEE-EEE6-4DBA-A270-919D091E438D}"/>
              </a:ext>
            </a:extLst>
          </p:cNvPr>
          <p:cNvSpPr>
            <a:spLocks xmlns:a="http://schemas.openxmlformats.org/drawingml/2006/main" noGrp="1"/>
          </p:cNvSpPr>
          <p:nvPr/>
        </p:nvSpPr>
        <p:spPr>
          <a:xfrm xmlns:a="http://schemas.openxmlformats.org/drawingml/2006/main">
            <a:off x="285825" y="3453875"/>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1" name="Google Shape;481;p5">
            <a:extLst xmlns:a="http://schemas.openxmlformats.org/drawingml/2006/main">
              <a:ext uri="{FF2B5EF4-FFF2-40B4-BE49-F238E27FC236}">
                <a16:creationId xmlns:a16="http://schemas.microsoft.com/office/drawing/2014/main" id="{6315BA50-F68C-4354-ACFB-6909D7410AD0}"/>
              </a:ext>
            </a:extLst>
          </p:cNvPr>
          <p:cNvSpPr>
            <a:spLocks xmlns:a="http://schemas.openxmlformats.org/drawingml/2006/main" noGrp="1"/>
          </p:cNvSpPr>
          <p:nvPr/>
        </p:nvSpPr>
        <p:spPr>
          <a:xfrm xmlns:a="http://schemas.openxmlformats.org/drawingml/2006/main">
            <a:off x="539323" y="3482549"/>
            <a:ext cx="826201" cy="702271"/>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2" name="Google Shape;482;p5">
            <a:extLst xmlns:a="http://schemas.openxmlformats.org/drawingml/2006/main">
              <a:ext uri="{FF2B5EF4-FFF2-40B4-BE49-F238E27FC236}">
                <a16:creationId xmlns:a16="http://schemas.microsoft.com/office/drawing/2014/main" id="{75E6FFC7-29AB-4CEE-B993-C1E21FDF014F}"/>
              </a:ext>
            </a:extLst>
          </p:cNvPr>
          <p:cNvSpPr>
            <a:spLocks xmlns:a="http://schemas.openxmlformats.org/drawingml/2006/main" noGrp="1"/>
          </p:cNvSpPr>
          <p:nvPr/>
        </p:nvSpPr>
        <p:spPr>
          <a:xfrm xmlns:a="http://schemas.openxmlformats.org/drawingml/2006/main">
            <a:off x="615207" y="3547050"/>
            <a:ext cx="674403" cy="573242"/>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3" name="Google Shape;483;p5">
            <a:extLst xmlns:a="http://schemas.openxmlformats.org/drawingml/2006/main">
              <a:ext uri="{FF2B5EF4-FFF2-40B4-BE49-F238E27FC236}">
                <a16:creationId xmlns:a16="http://schemas.microsoft.com/office/drawing/2014/main" id="{FCB7CD9B-96F1-4452-9FFC-59D9755D6197}"/>
              </a:ext>
            </a:extLst>
          </p:cNvPr>
          <p:cNvSpPr>
            <a:spLocks xmlns:a="http://schemas.openxmlformats.org/drawingml/2006/main" noGrp="1"/>
          </p:cNvSpPr>
          <p:nvPr/>
        </p:nvSpPr>
        <p:spPr>
          <a:xfrm xmlns:a="http://schemas.openxmlformats.org/drawingml/2006/main">
            <a:off x="842862" y="3654552"/>
            <a:ext cx="354002" cy="214967"/>
          </a:xfrm>
          <a:prstGeom xmlns:a="http://schemas.openxmlformats.org/drawingml/2006/main" prst="roundRect">
            <a:avLst>
              <a:gd name="adj" fmla="val 26667"/>
            </a:avLst>
          </a:prstGeom>
          <a:solidFill xmlns:a="http://schemas.openxmlformats.org/drawingml/2006/main">
            <a:srgbClr val="59BCE7"/>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cxnSp>
        <p:nvCxnSpPr>
          <p:cNvPr id="666" name="Google Shape;484;p5"/>
          <p:cNvCxnSpPr/>
          <p:nvPr/>
        </p:nvCxnSpPr>
        <p:spPr>
          <a:xfrm xmlns:a="http://schemas.openxmlformats.org/drawingml/2006/main">
            <a:off x="1019923" y="3869557"/>
            <a:ext cx="2" cy="93077"/>
          </a:xfrm>
          <a:prstGeom xmlns:a="http://schemas.openxmlformats.org/drawingml/2006/main" prst="straightConnector1">
            <a:avLst/>
          </a:prstGeom>
          <a:ln xmlns:a="http://schemas.openxmlformats.org/drawingml/2006/main" w="25300" cap="flat">
            <a:solidFill>
              <a:srgbClr val="161C24"/>
            </a:solidFill>
            <a:prstDash val="solid"/>
            <a:round/>
            <a:headEnd type="none" w="sm" len="sm"/>
            <a:tailEnd type="none" w="sm" len="sm"/>
          </a:ln>
        </p:spPr>
      </p:cxnSp>
      <p:cxnSp>
        <p:nvCxnSpPr>
          <p:cNvPr id="667" name="Google Shape;485;p5"/>
          <p:cNvCxnSpPr/>
          <p:nvPr/>
        </p:nvCxnSpPr>
        <p:spPr>
          <a:xfrm xmlns:a="http://schemas.openxmlformats.org/drawingml/2006/main">
            <a:off x="918744" y="3969894"/>
            <a:ext cx="210900" cy="2"/>
          </a:xfrm>
          <a:prstGeom xmlns:a="http://schemas.openxmlformats.org/drawingml/2006/main" prst="straightConnector1">
            <a:avLst/>
          </a:prstGeom>
          <a:ln xmlns:a="http://schemas.openxmlformats.org/drawingml/2006/main" w="25300" cap="flat">
            <a:solidFill>
              <a:srgbClr val="161C24"/>
            </a:solidFill>
            <a:prstDash val="solid"/>
            <a:round/>
            <a:headEnd type="none" w="sm" len="sm"/>
            <a:tailEnd type="none" w="sm" len="sm"/>
          </a:ln>
        </p:spPr>
      </p:cxnSp>
      <p:sp>
        <p:nvSpPr>
          <p:cNvPr id="486" name="Google Shape;486;p5">
            <a:extLst xmlns:a="http://schemas.openxmlformats.org/drawingml/2006/main">
              <a:ext uri="{FF2B5EF4-FFF2-40B4-BE49-F238E27FC236}">
                <a16:creationId xmlns:a16="http://schemas.microsoft.com/office/drawing/2014/main" id="{CE0C04BE-A4E8-4E96-8D9B-3B0C4F3B624F}"/>
              </a:ext>
            </a:extLst>
          </p:cNvPr>
          <p:cNvSpPr>
            <a:spLocks xmlns:a="http://schemas.openxmlformats.org/drawingml/2006/main" noGrp="1"/>
          </p:cNvSpPr>
          <p:nvPr/>
        </p:nvSpPr>
        <p:spPr>
          <a:xfrm xmlns:a="http://schemas.openxmlformats.org/drawingml/2006/main">
            <a:off x="707956" y="3704721"/>
            <a:ext cx="126603" cy="107611"/>
          </a:xfrm>
          <a:prstGeom xmlns:a="http://schemas.openxmlformats.org/drawingml/2006/main" prst="ellipse">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87" name="Google Shape;487;p5">
            <a:extLst xmlns:a="http://schemas.openxmlformats.org/drawingml/2006/main">
              <a:ext uri="{FF2B5EF4-FFF2-40B4-BE49-F238E27FC236}">
                <a16:creationId xmlns:a16="http://schemas.microsoft.com/office/drawing/2014/main" id="{5C9A6D18-1DDF-404D-855F-1304A2ED6C03}"/>
              </a:ext>
            </a:extLst>
          </p:cNvPr>
          <p:cNvSpPr>
            <a:spLocks xmlns:a="http://schemas.openxmlformats.org/drawingml/2006/main" noGrp="1"/>
          </p:cNvSpPr>
          <p:nvPr/>
        </p:nvSpPr>
        <p:spPr>
          <a:xfrm xmlns:a="http://schemas.openxmlformats.org/drawingml/2006/main">
            <a:off x="682662" y="3833724"/>
            <a:ext cx="193802" cy="193547"/>
          </a:xfrm>
          <a:prstGeom xmlns:a="http://schemas.openxmlformats.org/drawingml/2006/main" prst="roundRect">
            <a:avLst>
              <a:gd name="adj" fmla="val 34783"/>
            </a:avLst>
          </a:prstGeom>
          <a:solidFill xmlns:a="http://schemas.openxmlformats.org/drawingml/2006/main">
            <a:srgbClr val="F3C84C"/>
          </a:solidFill>
          <a:ln xmlns:a="http://schemas.openxmlformats.org/drawingml/2006/main" w="1262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cxnSp>
        <p:nvCxnSpPr>
          <p:cNvPr id="670" name="Google Shape;488;p5"/>
          <p:cNvCxnSpPr/>
          <p:nvPr/>
        </p:nvCxnSpPr>
        <p:spPr>
          <a:xfrm xmlns:a="http://schemas.openxmlformats.org/drawingml/2006/main">
            <a:off x="834429" y="3898226"/>
            <a:ext cx="109501" cy="2"/>
          </a:xfrm>
          <a:prstGeom xmlns:a="http://schemas.openxmlformats.org/drawingml/2006/main" prst="straightConnector1">
            <a:avLst/>
          </a:prstGeom>
          <a:ln xmlns:a="http://schemas.openxmlformats.org/drawingml/2006/main" w="25300" cap="flat">
            <a:solidFill>
              <a:srgbClr val="161C24"/>
            </a:solidFill>
            <a:prstDash val="solid"/>
            <a:round/>
            <a:headEnd type="none" w="sm" len="sm"/>
            <a:tailEnd type="none" w="sm" len="sm"/>
          </a:ln>
        </p:spPr>
      </p:cxnSp>
      <p:sp>
        <p:nvSpPr>
          <p:cNvPr id="489" name="Google Shape;489;p5">
            <a:extLst xmlns:a="http://schemas.openxmlformats.org/drawingml/2006/main">
              <a:ext uri="{FF2B5EF4-FFF2-40B4-BE49-F238E27FC236}">
                <a16:creationId xmlns:a16="http://schemas.microsoft.com/office/drawing/2014/main" id="{796C344B-7152-41B7-9F9E-71C7C80D31CD}"/>
              </a:ext>
            </a:extLst>
          </p:cNvPr>
          <p:cNvSpPr>
            <a:spLocks xmlns:a="http://schemas.openxmlformats.org/drawingml/2006/main" noGrp="1"/>
          </p:cNvSpPr>
          <p:nvPr/>
        </p:nvSpPr>
        <p:spPr>
          <a:xfrm xmlns:a="http://schemas.openxmlformats.org/drawingml/2006/main">
            <a:off x="935608" y="3647385"/>
            <a:ext cx="202502" cy="2286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2B8548"/>
              </a:buClr>
              <a:buSzPts val="1600"/>
              <a:buFont typeface="Arial"/>
              <a:buNone/>
            </a:pPr>
            <a:r>
              <a:rPr sz="1600" b="1" i="0" u="none" strike="noStrike" cap="none">
                <a:solidFill>
                  <a:srgbClr val="2B8548"/>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490" name="Google Shape;490;p5">
            <a:extLst xmlns:a="http://schemas.openxmlformats.org/drawingml/2006/main">
              <a:ext uri="{FF2B5EF4-FFF2-40B4-BE49-F238E27FC236}">
                <a16:creationId xmlns:a16="http://schemas.microsoft.com/office/drawing/2014/main" id="{7F64D41C-BD1C-435A-B438-77095D9C3909}"/>
              </a:ext>
            </a:extLst>
          </p:cNvPr>
          <p:cNvSpPr>
            <a:spLocks xmlns:a="http://schemas.openxmlformats.org/drawingml/2006/main" noGrp="1"/>
          </p:cNvSpPr>
          <p:nvPr/>
        </p:nvSpPr>
        <p:spPr>
          <a:xfrm xmlns:a="http://schemas.openxmlformats.org/drawingml/2006/main">
            <a:off x="1458367" y="3518384"/>
            <a:ext cx="2192100" cy="1478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100"/>
              <a:buFont typeface="Arial"/>
              <a:buNone/>
            </a:pPr>
            <a:r>
              <a:rPr sz="1100" b="1" i="0" u="none" strike="noStrike" cap="none">
                <a:solidFill>
                  <a:srgbClr val="0072BC"/>
                </a:solidFill>
                <a:latin typeface="Arial"/>
                <a:ea typeface="Arial"/>
                <a:cs typeface="Arial"/>
              </a:rPr>
              <a:t>OPERATIONAL FEASIBILITY</a:t>
            </a:r>
            <a:endParaRPr sz="1400" b="0" i="0" u="none" strike="noStrike" cap="none">
              <a:solidFill>
                <a:srgbClr val="000000"/>
              </a:solidFill>
              <a:latin typeface="Arial"/>
              <a:ea typeface="Arial"/>
              <a:cs typeface="Arial"/>
            </a:endParaRPr>
          </a:p>
        </p:txBody>
      </p:sp>
      <p:sp>
        <p:nvSpPr>
          <p:cNvPr id="491" name="Google Shape;491;p5">
            <a:extLst xmlns:a="http://schemas.openxmlformats.org/drawingml/2006/main">
              <a:ext uri="{FF2B5EF4-FFF2-40B4-BE49-F238E27FC236}">
                <a16:creationId xmlns:a16="http://schemas.microsoft.com/office/drawing/2014/main" id="{1BDC99D6-19A8-4383-A5E8-0FA96E6A4F02}"/>
              </a:ext>
            </a:extLst>
          </p:cNvPr>
          <p:cNvSpPr>
            <a:spLocks xmlns:a="http://schemas.openxmlformats.org/drawingml/2006/main" noGrp="1"/>
          </p:cNvSpPr>
          <p:nvPr/>
        </p:nvSpPr>
        <p:spPr>
          <a:xfrm xmlns:a="http://schemas.openxmlformats.org/drawingml/2006/main">
            <a:off x="1458367" y="3719055"/>
            <a:ext cx="21921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Evidence for officer review.</a:t>
            </a:r>
            <a:endParaRPr sz="12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Clear stale-data warnings.</a:t>
            </a:r>
            <a:endParaRPr sz="12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Versioned forecast records.</a:t>
            </a:r>
            <a:endParaRPr sz="1400" b="0" i="0" u="none" strike="noStrike" cap="none">
              <a:solidFill>
                <a:srgbClr val="000000"/>
              </a:solidFill>
              <a:latin typeface="Arial"/>
              <a:ea typeface="Arial"/>
              <a:cs typeface="Arial"/>
            </a:endParaRPr>
          </a:p>
        </p:txBody>
      </p:sp>
      <p:sp>
        <p:nvSpPr>
          <p:cNvPr id="492" name="Google Shape;492;p5">
            <a:extLst xmlns:a="http://schemas.openxmlformats.org/drawingml/2006/main">
              <a:ext uri="{FF2B5EF4-FFF2-40B4-BE49-F238E27FC236}">
                <a16:creationId xmlns:a16="http://schemas.microsoft.com/office/drawing/2014/main" id="{EA970834-21A1-4F68-90AB-A5F82F723B2E}"/>
              </a:ext>
            </a:extLst>
          </p:cNvPr>
          <p:cNvSpPr>
            <a:spLocks xmlns:a="http://schemas.openxmlformats.org/drawingml/2006/main" noGrp="1"/>
          </p:cNvSpPr>
          <p:nvPr/>
        </p:nvSpPr>
        <p:spPr>
          <a:xfrm xmlns:a="http://schemas.openxmlformats.org/drawingml/2006/main">
            <a:off x="285825" y="4299575"/>
            <a:ext cx="3457500" cy="766800"/>
          </a:xfrm>
          <a:prstGeom xmlns:a="http://schemas.openxmlformats.org/drawingml/2006/main" prst="roundRect">
            <a:avLst>
              <a:gd name="adj" fmla="val 16822"/>
            </a:avLst>
          </a:prstGeom>
          <a:solidFill xmlns:a="http://schemas.openxmlformats.org/drawingml/2006/main">
            <a:srgbClr val="E8E8E8"/>
          </a:solidFill>
          <a:ln xmlns:a="http://schemas.openxmlformats.org/drawingml/2006/main" w="134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3" name="Google Shape;493;p5">
            <a:extLst xmlns:a="http://schemas.openxmlformats.org/drawingml/2006/main">
              <a:ext uri="{FF2B5EF4-FFF2-40B4-BE49-F238E27FC236}">
                <a16:creationId xmlns:a16="http://schemas.microsoft.com/office/drawing/2014/main" id="{D6BA1D49-1530-4AFC-8956-05BCA029686F}"/>
              </a:ext>
            </a:extLst>
          </p:cNvPr>
          <p:cNvSpPr>
            <a:spLocks xmlns:a="http://schemas.openxmlformats.org/drawingml/2006/main" noGrp="1"/>
          </p:cNvSpPr>
          <p:nvPr/>
        </p:nvSpPr>
        <p:spPr>
          <a:xfrm xmlns:a="http://schemas.openxmlformats.org/drawingml/2006/main">
            <a:off x="2900165" y="4328235"/>
            <a:ext cx="826201" cy="702271"/>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16144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4" name="Google Shape;494;p5">
            <a:extLst xmlns:a="http://schemas.openxmlformats.org/drawingml/2006/main">
              <a:ext uri="{FF2B5EF4-FFF2-40B4-BE49-F238E27FC236}">
                <a16:creationId xmlns:a16="http://schemas.microsoft.com/office/drawing/2014/main" id="{B306D6C1-6710-4104-91D4-DAD2E6E6DD3E}"/>
              </a:ext>
            </a:extLst>
          </p:cNvPr>
          <p:cNvSpPr>
            <a:spLocks xmlns:a="http://schemas.openxmlformats.org/drawingml/2006/main" noGrp="1"/>
          </p:cNvSpPr>
          <p:nvPr/>
        </p:nvSpPr>
        <p:spPr>
          <a:xfrm xmlns:a="http://schemas.openxmlformats.org/drawingml/2006/main">
            <a:off x="2976049" y="4392736"/>
            <a:ext cx="674402" cy="573243"/>
          </a:xfrm>
          <a:custGeom xmlns:a="http://schemas.openxmlformats.org/drawingml/2006/main">
            <a:rect l="l" t="t" r="r" b="b"/>
            <a:pathLst>
              <a:path w="21600" h="21600">
                <a:moveTo>
                  <a:pt x="0" y="6326"/>
                </a:moveTo>
                <a:lnTo>
                  <a:pt x="6326" y="0"/>
                </a:lnTo>
                <a:lnTo>
                  <a:pt x="15274" y="0"/>
                </a:lnTo>
                <a:lnTo>
                  <a:pt x="21600" y="6326"/>
                </a:lnTo>
                <a:lnTo>
                  <a:pt x="21600" y="15274"/>
                </a:lnTo>
                <a:lnTo>
                  <a:pt x="15274" y="21600"/>
                </a:lnTo>
                <a:lnTo>
                  <a:pt x="6326" y="21600"/>
                </a:lnTo>
                <a:lnTo>
                  <a:pt x="0" y="15274"/>
                </a:lnTo>
                <a:close/>
              </a:path>
            </a:pathLst>
          </a:custGeom>
          <a:solidFill xmlns:a="http://schemas.openxmlformats.org/drawingml/2006/main">
            <a:srgbClr val="7973AC"/>
          </a:solidFill>
          <a:ln xmlns:a="http://schemas.openxmlformats.org/drawingml/2006/main" w="15150" cap="flat" cmpd="sng">
            <a:solidFill>
              <a:srgbClr val="161443"/>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5" name="Google Shape;495;p5">
            <a:extLst xmlns:a="http://schemas.openxmlformats.org/drawingml/2006/main">
              <a:ext uri="{FF2B5EF4-FFF2-40B4-BE49-F238E27FC236}">
                <a16:creationId xmlns:a16="http://schemas.microsoft.com/office/drawing/2014/main" id="{C5490BE9-5C83-41A3-85B5-4C9BEC8165A6}"/>
              </a:ext>
            </a:extLst>
          </p:cNvPr>
          <p:cNvSpPr>
            <a:spLocks xmlns:a="http://schemas.openxmlformats.org/drawingml/2006/main" noGrp="1"/>
          </p:cNvSpPr>
          <p:nvPr/>
        </p:nvSpPr>
        <p:spPr>
          <a:xfrm xmlns:a="http://schemas.openxmlformats.org/drawingml/2006/main">
            <a:off x="3136251" y="4471573"/>
            <a:ext cx="362700" cy="308297"/>
          </a:xfrm>
          <a:prstGeom xmlns:a="http://schemas.openxmlformats.org/drawingml/2006/main" prst="pentagon">
            <a:avLst>
              <a:gd name="hf" fmla="val 105146"/>
              <a:gd name="vf" fmla="val 110557"/>
            </a:avLst>
          </a:prstGeom>
          <a:solidFill xmlns:a="http://schemas.openxmlformats.org/drawingml/2006/main">
            <a:srgbClr val="F3C84C"/>
          </a:solidFill>
          <a:ln xmlns:a="http://schemas.openxmlformats.org/drawingml/2006/main" w="16875"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6" name="Google Shape;496;p5">
            <a:extLst xmlns:a="http://schemas.openxmlformats.org/drawingml/2006/main">
              <a:ext uri="{FF2B5EF4-FFF2-40B4-BE49-F238E27FC236}">
                <a16:creationId xmlns:a16="http://schemas.microsoft.com/office/drawing/2014/main" id="{6390104F-A961-4FF7-9E8E-7ECFAE64C306}"/>
              </a:ext>
            </a:extLst>
          </p:cNvPr>
          <p:cNvSpPr>
            <a:spLocks xmlns:a="http://schemas.openxmlformats.org/drawingml/2006/main" noGrp="1"/>
          </p:cNvSpPr>
          <p:nvPr/>
        </p:nvSpPr>
        <p:spPr>
          <a:xfrm xmlns:a="http://schemas.openxmlformats.org/drawingml/2006/main">
            <a:off x="3220566" y="4478740"/>
            <a:ext cx="210900" cy="2794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2B8548"/>
              </a:buClr>
              <a:buSzPts val="1900"/>
              <a:buFont typeface="Arial"/>
              <a:buNone/>
            </a:pPr>
            <a:r>
              <a:rPr sz="1900" b="1" i="0" u="none" strike="noStrike" cap="none">
                <a:solidFill>
                  <a:srgbClr val="2B8548"/>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497" name="Google Shape;497;p5">
            <a:extLst xmlns:a="http://schemas.openxmlformats.org/drawingml/2006/main">
              <a:ext uri="{FF2B5EF4-FFF2-40B4-BE49-F238E27FC236}">
                <a16:creationId xmlns:a16="http://schemas.microsoft.com/office/drawing/2014/main" id="{0B2826A7-3303-4979-ACF3-BFE730A1EA3D}"/>
              </a:ext>
            </a:extLst>
          </p:cNvPr>
          <p:cNvSpPr>
            <a:spLocks xmlns:a="http://schemas.openxmlformats.org/drawingml/2006/main" noGrp="1"/>
          </p:cNvSpPr>
          <p:nvPr/>
        </p:nvSpPr>
        <p:spPr>
          <a:xfrm xmlns:a="http://schemas.openxmlformats.org/drawingml/2006/main">
            <a:off x="3085662" y="4736746"/>
            <a:ext cx="101103" cy="85937"/>
          </a:xfrm>
          <a:prstGeom xmlns:a="http://schemas.openxmlformats.org/drawingml/2006/main" prst="ellipse">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8" name="Google Shape;498;p5">
            <a:extLst xmlns:a="http://schemas.openxmlformats.org/drawingml/2006/main">
              <a:ext uri="{FF2B5EF4-FFF2-40B4-BE49-F238E27FC236}">
                <a16:creationId xmlns:a16="http://schemas.microsoft.com/office/drawing/2014/main" id="{0194B22F-E879-4B97-B0F5-990D58638CE6}"/>
              </a:ext>
            </a:extLst>
          </p:cNvPr>
          <p:cNvSpPr>
            <a:spLocks xmlns:a="http://schemas.openxmlformats.org/drawingml/2006/main" noGrp="1"/>
          </p:cNvSpPr>
          <p:nvPr/>
        </p:nvSpPr>
        <p:spPr>
          <a:xfrm xmlns:a="http://schemas.openxmlformats.org/drawingml/2006/main">
            <a:off x="3060367" y="4829916"/>
            <a:ext cx="151802" cy="107612"/>
          </a:xfrm>
          <a:prstGeom xmlns:a="http://schemas.openxmlformats.org/drawingml/2006/main" prst="roundRect">
            <a:avLst>
              <a:gd name="adj" fmla="val 50000"/>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99" name="Google Shape;499;p5">
            <a:extLst xmlns:a="http://schemas.openxmlformats.org/drawingml/2006/main">
              <a:ext uri="{FF2B5EF4-FFF2-40B4-BE49-F238E27FC236}">
                <a16:creationId xmlns:a16="http://schemas.microsoft.com/office/drawing/2014/main" id="{E1505D62-BE61-45F1-A615-B37FCDECACC6}"/>
              </a:ext>
            </a:extLst>
          </p:cNvPr>
          <p:cNvSpPr>
            <a:spLocks xmlns:a="http://schemas.openxmlformats.org/drawingml/2006/main" noGrp="1"/>
          </p:cNvSpPr>
          <p:nvPr/>
        </p:nvSpPr>
        <p:spPr>
          <a:xfrm xmlns:a="http://schemas.openxmlformats.org/drawingml/2006/main">
            <a:off x="3254292" y="4736746"/>
            <a:ext cx="101103" cy="85937"/>
          </a:xfrm>
          <a:prstGeom xmlns:a="http://schemas.openxmlformats.org/drawingml/2006/main" prst="ellipse">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0" name="Google Shape;500;p5">
            <a:extLst xmlns:a="http://schemas.openxmlformats.org/drawingml/2006/main">
              <a:ext uri="{FF2B5EF4-FFF2-40B4-BE49-F238E27FC236}">
                <a16:creationId xmlns:a16="http://schemas.microsoft.com/office/drawing/2014/main" id="{1F0A5EC1-6408-45DE-8B80-64D8B310B580}"/>
              </a:ext>
            </a:extLst>
          </p:cNvPr>
          <p:cNvSpPr>
            <a:spLocks xmlns:a="http://schemas.openxmlformats.org/drawingml/2006/main" noGrp="1"/>
          </p:cNvSpPr>
          <p:nvPr/>
        </p:nvSpPr>
        <p:spPr>
          <a:xfrm xmlns:a="http://schemas.openxmlformats.org/drawingml/2006/main">
            <a:off x="3228999" y="4829916"/>
            <a:ext cx="151802" cy="107612"/>
          </a:xfrm>
          <a:prstGeom xmlns:a="http://schemas.openxmlformats.org/drawingml/2006/main" prst="roundRect">
            <a:avLst>
              <a:gd name="adj" fmla="val 50000"/>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1" name="Google Shape;501;p5">
            <a:extLst xmlns:a="http://schemas.openxmlformats.org/drawingml/2006/main">
              <a:ext uri="{FF2B5EF4-FFF2-40B4-BE49-F238E27FC236}">
                <a16:creationId xmlns:a16="http://schemas.microsoft.com/office/drawing/2014/main" id="{8CDF1124-3C2A-4645-A2D6-939E8A723AF1}"/>
              </a:ext>
            </a:extLst>
          </p:cNvPr>
          <p:cNvSpPr>
            <a:spLocks xmlns:a="http://schemas.openxmlformats.org/drawingml/2006/main" noGrp="1"/>
          </p:cNvSpPr>
          <p:nvPr/>
        </p:nvSpPr>
        <p:spPr>
          <a:xfrm xmlns:a="http://schemas.openxmlformats.org/drawingml/2006/main">
            <a:off x="3422925" y="4736746"/>
            <a:ext cx="101103" cy="85937"/>
          </a:xfrm>
          <a:prstGeom xmlns:a="http://schemas.openxmlformats.org/drawingml/2006/main" prst="ellipse">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2" name="Google Shape;502;p5">
            <a:extLst xmlns:a="http://schemas.openxmlformats.org/drawingml/2006/main">
              <a:ext uri="{FF2B5EF4-FFF2-40B4-BE49-F238E27FC236}">
                <a16:creationId xmlns:a16="http://schemas.microsoft.com/office/drawing/2014/main" id="{576DDD68-8204-4CB2-866C-E43803CC0A35}"/>
              </a:ext>
            </a:extLst>
          </p:cNvPr>
          <p:cNvSpPr>
            <a:spLocks xmlns:a="http://schemas.openxmlformats.org/drawingml/2006/main" noGrp="1"/>
          </p:cNvSpPr>
          <p:nvPr/>
        </p:nvSpPr>
        <p:spPr>
          <a:xfrm xmlns:a="http://schemas.openxmlformats.org/drawingml/2006/main">
            <a:off x="3397629" y="4829916"/>
            <a:ext cx="151802" cy="107612"/>
          </a:xfrm>
          <a:prstGeom xmlns:a="http://schemas.openxmlformats.org/drawingml/2006/main" prst="roundRect">
            <a:avLst>
              <a:gd name="adj" fmla="val 50000"/>
            </a:avLst>
          </a:prstGeom>
          <a:solidFill xmlns:a="http://schemas.openxmlformats.org/drawingml/2006/main">
            <a:srgbClr val="59BCE7"/>
          </a:solidFill>
          <a:ln xmlns:a="http://schemas.openxmlformats.org/drawingml/2006/main" w="10950" cap="flat" cmpd="sng">
            <a:solidFill>
              <a:srgbClr val="161C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3" name="Google Shape;503;p5">
            <a:extLst xmlns:a="http://schemas.openxmlformats.org/drawingml/2006/main">
              <a:ext uri="{FF2B5EF4-FFF2-40B4-BE49-F238E27FC236}">
                <a16:creationId xmlns:a16="http://schemas.microsoft.com/office/drawing/2014/main" id="{72F14FF8-6953-4D56-91D4-DDAE6CFFC7C4}"/>
              </a:ext>
            </a:extLst>
          </p:cNvPr>
          <p:cNvSpPr>
            <a:spLocks xmlns:a="http://schemas.openxmlformats.org/drawingml/2006/main" noGrp="1"/>
          </p:cNvSpPr>
          <p:nvPr/>
        </p:nvSpPr>
        <p:spPr>
          <a:xfrm xmlns:a="http://schemas.openxmlformats.org/drawingml/2006/main">
            <a:off x="640503" y="4364070"/>
            <a:ext cx="2175301"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000"/>
              <a:buFont typeface="Arial"/>
              <a:buNone/>
            </a:pPr>
            <a:r>
              <a:rPr sz="1000" b="1" i="0" u="none" strike="noStrike" cap="none">
                <a:solidFill>
                  <a:srgbClr val="0072BC"/>
                </a:solidFill>
                <a:latin typeface="Arial"/>
                <a:ea typeface="Arial"/>
                <a:cs typeface="Arial"/>
              </a:rPr>
              <a:t>PUBLIC-SERVICE FEASIBILITY</a:t>
            </a:r>
            <a:endParaRPr sz="1400" b="0" i="0" u="none" strike="noStrike" cap="none">
              <a:solidFill>
                <a:srgbClr val="000000"/>
              </a:solidFill>
              <a:latin typeface="Arial"/>
              <a:ea typeface="Arial"/>
              <a:cs typeface="Arial"/>
            </a:endParaRPr>
          </a:p>
        </p:txBody>
      </p:sp>
      <p:sp>
        <p:nvSpPr>
          <p:cNvPr id="504" name="Google Shape;504;p5">
            <a:extLst xmlns:a="http://schemas.openxmlformats.org/drawingml/2006/main">
              <a:ext uri="{FF2B5EF4-FFF2-40B4-BE49-F238E27FC236}">
                <a16:creationId xmlns:a16="http://schemas.microsoft.com/office/drawing/2014/main" id="{577C693E-9DB9-422A-9724-295161B4F948}"/>
              </a:ext>
            </a:extLst>
          </p:cNvPr>
          <p:cNvSpPr>
            <a:spLocks xmlns:a="http://schemas.openxmlformats.org/drawingml/2006/main" noGrp="1"/>
          </p:cNvSpPr>
          <p:nvPr/>
        </p:nvSpPr>
        <p:spPr>
          <a:xfrm xmlns:a="http://schemas.openxmlformats.org/drawingml/2006/main">
            <a:off x="640503" y="4564741"/>
            <a:ext cx="2175301"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Local language guidance.</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Consent for rain reports.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100"/>
              <a:buFont typeface="Arial"/>
              <a:buNone/>
            </a:pPr>
            <a:r>
              <a:rPr sz="1100" b="1" i="0" u="none" strike="noStrike" cap="none">
                <a:solidFill>
                  <a:srgbClr val="161C24"/>
                </a:solidFill>
                <a:latin typeface="Arial"/>
                <a:ea typeface="Arial"/>
                <a:cs typeface="Arial"/>
              </a:rPr>
              <a:t>Coarse location by default.</a:t>
            </a:r>
            <a:endParaRPr sz="1400" b="0" i="0" u="none" strike="noStrike" cap="none">
              <a:solidFill>
                <a:srgbClr val="000000"/>
              </a:solidFill>
              <a:latin typeface="Arial"/>
              <a:ea typeface="Arial"/>
              <a:cs typeface="Arial"/>
            </a:endParaRPr>
          </a:p>
        </p:txBody>
      </p:sp>
      <p:cxnSp>
        <p:nvCxnSpPr>
          <p:cNvPr id="687" name="Google Shape;505;p5"/>
          <p:cNvCxnSpPr/>
          <p:nvPr/>
        </p:nvCxnSpPr>
        <p:spPr>
          <a:xfrm xmlns:a="http://schemas.openxmlformats.org/drawingml/2006/main" flipH="1">
            <a:off x="3962400" y="1304924"/>
            <a:ext cx="2" cy="4848227"/>
          </a:xfrm>
          <a:prstGeom xmlns:a="http://schemas.openxmlformats.org/drawingml/2006/main" prst="straightConnector1">
            <a:avLst/>
          </a:prstGeom>
          <a:ln xmlns:a="http://schemas.openxmlformats.org/drawingml/2006/main" w="10475" cap="flat">
            <a:solidFill>
              <a:srgbClr val="46515D"/>
            </a:solidFill>
            <a:prstDash val="solid"/>
            <a:round/>
            <a:headEnd type="none" w="sm" len="sm"/>
            <a:tailEnd type="none" w="sm" len="sm"/>
          </a:ln>
        </p:spPr>
      </p:cxnSp>
      <p:cxnSp>
        <p:nvCxnSpPr>
          <p:cNvPr id="688" name="Google Shape;506;p5"/>
          <p:cNvCxnSpPr/>
          <p:nvPr/>
        </p:nvCxnSpPr>
        <p:spPr>
          <a:xfrm xmlns:a="http://schemas.openxmlformats.org/drawingml/2006/main" flipH="1">
            <a:off x="7143749" y="1304924"/>
            <a:ext cx="2" cy="4848227"/>
          </a:xfrm>
          <a:prstGeom xmlns:a="http://schemas.openxmlformats.org/drawingml/2006/main" prst="straightConnector1">
            <a:avLst/>
          </a:prstGeom>
          <a:ln xmlns:a="http://schemas.openxmlformats.org/drawingml/2006/main" w="10475" cap="flat">
            <a:solidFill>
              <a:srgbClr val="46515D"/>
            </a:solidFill>
            <a:prstDash val="solid"/>
            <a:round/>
            <a:headEnd type="none" w="sm" len="sm"/>
            <a:tailEnd type="none" w="sm" len="sm"/>
          </a:ln>
        </p:spPr>
      </p:cxnSp>
      <p:sp>
        <p:nvSpPr>
          <p:cNvPr id="507" name="Google Shape;507;p5">
            <a:extLst xmlns:a="http://schemas.openxmlformats.org/drawingml/2006/main">
              <a:ext uri="{FF2B5EF4-FFF2-40B4-BE49-F238E27FC236}">
                <a16:creationId xmlns:a16="http://schemas.microsoft.com/office/drawing/2014/main" id="{02296FDE-C697-4FB7-A70C-5791D0950898}"/>
              </a:ext>
            </a:extLst>
          </p:cNvPr>
          <p:cNvSpPr>
            <a:spLocks xmlns:a="http://schemas.openxmlformats.org/drawingml/2006/main" noGrp="1"/>
          </p:cNvSpPr>
          <p:nvPr/>
        </p:nvSpPr>
        <p:spPr>
          <a:xfrm xmlns:a="http://schemas.openxmlformats.org/drawingml/2006/main">
            <a:off x="4038600" y="1304925"/>
            <a:ext cx="3028950" cy="342900"/>
          </a:xfrm>
          <a:prstGeom xmlns:a="http://schemas.openxmlformats.org/drawingml/2006/main" prst="rect">
            <a:avLst/>
          </a:prstGeom>
          <a:solidFill xmlns:a="http://schemas.openxmlformats.org/drawingml/2006/main">
            <a:srgbClr val="0072B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08" name="Google Shape;508;p5">
            <a:extLst xmlns:a="http://schemas.openxmlformats.org/drawingml/2006/main">
              <a:ext uri="{FF2B5EF4-FFF2-40B4-BE49-F238E27FC236}">
                <a16:creationId xmlns:a16="http://schemas.microsoft.com/office/drawing/2014/main" id="{4471886F-A5E8-4A8D-9F9A-42B0D29DDA41}"/>
              </a:ext>
            </a:extLst>
          </p:cNvPr>
          <p:cNvSpPr>
            <a:spLocks xmlns:a="http://schemas.openxmlformats.org/drawingml/2006/main" noGrp="1"/>
          </p:cNvSpPr>
          <p:nvPr/>
        </p:nvSpPr>
        <p:spPr>
          <a:xfrm xmlns:a="http://schemas.openxmlformats.org/drawingml/2006/main">
            <a:off x="4086225" y="1343024"/>
            <a:ext cx="2933700"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700"/>
              <a:buFont typeface="Arial"/>
              <a:buNone/>
            </a:pPr>
            <a:r>
              <a:rPr sz="1700" b="1" i="0" u="none" strike="noStrike" cap="none">
                <a:solidFill>
                  <a:srgbClr val="FFFFFF"/>
                </a:solidFill>
                <a:latin typeface="Arial"/>
                <a:ea typeface="Arial"/>
                <a:cs typeface="Arial"/>
              </a:rPr>
              <a:t>ACCURACY CHECKS</a:t>
            </a:r>
            <a:endParaRPr sz="1400" b="0" i="0" u="none" strike="noStrike" cap="none">
              <a:solidFill>
                <a:srgbClr val="000000"/>
              </a:solidFill>
              <a:latin typeface="Arial"/>
              <a:ea typeface="Arial"/>
              <a:cs typeface="Arial"/>
            </a:endParaRPr>
          </a:p>
        </p:txBody>
      </p:sp>
      <p:sp>
        <p:nvSpPr>
          <p:cNvPr id="510" name="Google Shape;510;p5">
            <a:extLst xmlns:a="http://schemas.openxmlformats.org/drawingml/2006/main">
              <a:ext uri="{FF2B5EF4-FFF2-40B4-BE49-F238E27FC236}">
                <a16:creationId xmlns:a16="http://schemas.microsoft.com/office/drawing/2014/main" id="{B9B7E3B0-09F1-4AD6-91FB-6072DEFA5918}"/>
              </a:ext>
            </a:extLst>
          </p:cNvPr>
          <p:cNvSpPr>
            <a:spLocks xmlns:a="http://schemas.openxmlformats.org/drawingml/2006/main" noGrp="1"/>
          </p:cNvSpPr>
          <p:nvPr/>
        </p:nvSpPr>
        <p:spPr>
          <a:xfrm xmlns:a="http://schemas.openxmlformats.org/drawingml/2006/main">
            <a:off x="4038600" y="4714875"/>
            <a:ext cx="3028950" cy="137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52687E"/>
              </a:buClr>
              <a:buSzPts val="900"/>
              <a:buFont typeface="Arial"/>
              <a:buNone/>
            </a:pPr>
            <a:r>
              <a:rPr sz="900" b="0" i="0" u="none" strike="noStrike" cap="none">
                <a:solidFill>
                  <a:srgbClr val="52687E"/>
                </a:solidFill>
                <a:latin typeface="Arial"/>
                <a:ea typeface="Arial"/>
                <a:cs typeface="Arial"/>
              </a:rPr>
              <a:t>Research gates before public model alerts</a:t>
            </a:r>
            <a:endParaRPr sz="1400" b="0" i="0" u="none" strike="noStrike" cap="none">
              <a:solidFill>
                <a:srgbClr val="000000"/>
              </a:solidFill>
              <a:latin typeface="Arial"/>
              <a:ea typeface="Arial"/>
              <a:cs typeface="Arial"/>
            </a:endParaRPr>
          </a:p>
        </p:txBody>
      </p:sp>
      <p:sp>
        <p:nvSpPr>
          <p:cNvPr id="511" name="Google Shape;511;p5">
            <a:extLst xmlns:a="http://schemas.openxmlformats.org/drawingml/2006/main">
              <a:ext uri="{FF2B5EF4-FFF2-40B4-BE49-F238E27FC236}">
                <a16:creationId xmlns:a16="http://schemas.microsoft.com/office/drawing/2014/main" id="{12416A33-AC7E-4ABF-A1FD-E902691A1811}"/>
              </a:ext>
            </a:extLst>
          </p:cNvPr>
          <p:cNvSpPr>
            <a:spLocks xmlns:a="http://schemas.openxmlformats.org/drawingml/2006/main" noGrp="1"/>
          </p:cNvSpPr>
          <p:nvPr/>
        </p:nvSpPr>
        <p:spPr>
          <a:xfrm xmlns:a="http://schemas.openxmlformats.org/drawingml/2006/main">
            <a:off x="4038600" y="4953000"/>
            <a:ext cx="3029100" cy="1278600"/>
          </a:xfrm>
          <a:prstGeom xmlns:a="http://schemas.openxmlformats.org/drawingml/2006/main" prst="roundRect">
            <a:avLst>
              <a:gd name="adj" fmla="val 15873"/>
            </a:avLst>
          </a:prstGeom>
          <a:solidFill xmlns:a="http://schemas.openxmlformats.org/drawingml/2006/main">
            <a:srgbClr val="F3F3F3"/>
          </a:solidFill>
          <a:ln xmlns:a="http://schemas.openxmlformats.org/drawingml/2006/main" w="10475" cap="flat" cmpd="sng">
            <a:solidFill>
              <a:srgbClr val="5177A0"/>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12" name="Google Shape;512;p5">
            <a:extLst xmlns:a="http://schemas.openxmlformats.org/drawingml/2006/main">
              <a:ext uri="{FF2B5EF4-FFF2-40B4-BE49-F238E27FC236}">
                <a16:creationId xmlns:a16="http://schemas.microsoft.com/office/drawing/2014/main" id="{11580ED1-C09D-45CE-8238-765C1C894353}"/>
              </a:ext>
            </a:extLst>
          </p:cNvPr>
          <p:cNvSpPr>
            <a:spLocks xmlns:a="http://schemas.openxmlformats.org/drawingml/2006/main" noGrp="1"/>
          </p:cNvSpPr>
          <p:nvPr/>
        </p:nvSpPr>
        <p:spPr>
          <a:xfrm xmlns:a="http://schemas.openxmlformats.org/drawingml/2006/main">
            <a:off x="4143375" y="5038725"/>
            <a:ext cx="2819400" cy="2219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REQUIREMENTS</a:t>
            </a:r>
            <a:endParaRPr sz="1400" b="0" i="0" u="none" strike="noStrike" cap="none">
              <a:solidFill>
                <a:srgbClr val="000000"/>
              </a:solidFill>
              <a:latin typeface="Arial"/>
              <a:ea typeface="Arial"/>
              <a:cs typeface="Arial"/>
            </a:endParaRPr>
          </a:p>
        </p:txBody>
      </p:sp>
      <p:sp>
        <p:nvSpPr>
          <p:cNvPr id="513" name="Google Shape;513;p5">
            <a:extLst xmlns:a="http://schemas.openxmlformats.org/drawingml/2006/main">
              <a:ext uri="{FF2B5EF4-FFF2-40B4-BE49-F238E27FC236}">
                <a16:creationId xmlns:a16="http://schemas.microsoft.com/office/drawing/2014/main" id="{5414813B-71CC-4ABD-A88A-FE6CD16DCFF6}"/>
              </a:ext>
            </a:extLst>
          </p:cNvPr>
          <p:cNvSpPr>
            <a:spLocks xmlns:a="http://schemas.openxmlformats.org/drawingml/2006/main" noGrp="1"/>
          </p:cNvSpPr>
          <p:nvPr/>
        </p:nvSpPr>
        <p:spPr>
          <a:xfrm xmlns:a="http://schemas.openxmlformats.org/drawingml/2006/main">
            <a:off x="4181475" y="5343524"/>
            <a:ext cx="274320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1C24"/>
              </a:buClr>
              <a:buSzPts val="1300"/>
              <a:buFont typeface="Arial"/>
              <a:buNone/>
            </a:pPr>
            <a:r>
              <a:rPr sz="1300" b="1" i="0" u="none" strike="noStrike" cap="none">
                <a:solidFill>
                  <a:srgbClr val="161C24"/>
                </a:solidFill>
                <a:latin typeface="Arial"/>
                <a:ea typeface="Arial"/>
                <a:cs typeface="Arial"/>
              </a:rPr>
              <a:t>Matched NCR observations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300"/>
              <a:buFont typeface="Arial"/>
              <a:buNone/>
            </a:pPr>
            <a:r>
              <a:rPr sz="1300" b="1" i="0" u="none" strike="noStrike" cap="none">
                <a:solidFill>
                  <a:srgbClr val="161C24"/>
                </a:solidFill>
                <a:latin typeface="Arial"/>
                <a:ea typeface="Arial"/>
                <a:cs typeface="Arial"/>
              </a:rPr>
              <a:t>CPU / GPU research worker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161C24"/>
              </a:buClr>
              <a:buSzPts val="1300"/>
              <a:buFont typeface="Arial"/>
              <a:buNone/>
            </a:pPr>
            <a:r>
              <a:rPr sz="1300" b="1" i="0" u="none" strike="noStrike" cap="none">
                <a:solidFill>
                  <a:srgbClr val="161C24"/>
                </a:solidFill>
                <a:latin typeface="Arial"/>
                <a:ea typeface="Arial"/>
                <a:cs typeface="Arial"/>
              </a:rPr>
              <a:t>Versioned labels + coverage</a:t>
            </a:r>
            <a:endParaRPr sz="1400" b="0" i="0" u="none" strike="noStrike" cap="none">
              <a:solidFill>
                <a:srgbClr val="000000"/>
              </a:solidFill>
              <a:latin typeface="Arial"/>
              <a:ea typeface="Arial"/>
              <a:cs typeface="Arial"/>
            </a:endParaRPr>
          </a:p>
        </p:txBody>
      </p:sp>
      <p:graphicFrame>
        <p:nvGraphicFramePr>
          <p:cNvPr id="695" name="Google Shape;514;p5"/>
          <p:cNvGraphicFramePr/>
          <p:nvPr/>
        </p:nvGraphicFramePr>
        <p:xfrm>
          <a:off xmlns:a="http://schemas.openxmlformats.org/drawingml/2006/main" x="7219950" y="1304925"/>
          <a:ext xmlns:a="http://schemas.openxmlformats.org/drawingml/2006/main" cx="3000000" cy="3000000"/>
        </p:xfrm>
        <a:graphic xmlns:a="http://schemas.openxmlformats.org/drawingml/2006/main">
          <a:graphicData uri="http://schemas.openxmlformats.org/drawingml/2006/table">
            <a:tbl>
              <a:tblPr>
                <a:tableStyleId>{4051FD5F-A2FE-4DEC-9349-808E35BEFF39}</a:tableStyleId>
              </a:tblPr>
              <a:tblGrid>
                <a:gridCol w="1809975"/>
                <a:gridCol w="2842325"/>
              </a:tblGrid>
              <a:tr h="343300">
                <a:tc>
                  <a:txBody>
                    <a:bodyPr/>
                    <a:lstStyle/>
                    <a:p>
                      <a:pPr marL="0" marR="0" lvl="0" indent="0" algn="ctr">
                        <a:lnSpc>
                          <a:spcPct val="100000"/>
                        </a:lnSpc>
                        <a:spcBef>
                          <a:spcPts val="0"/>
                        </a:spcBef>
                        <a:spcAft>
                          <a:spcPts val="0"/>
                        </a:spcAft>
                        <a:buClr>
                          <a:srgbClr val="FFFFFF"/>
                        </a:buClr>
                        <a:buSzPts val="1700"/>
                        <a:buFont typeface="Arial"/>
                        <a:buNone/>
                      </a:pPr>
                      <a:r>
                        <a:rPr sz="1700" b="1" u="none" strike="noStrike" cap="none">
                          <a:solidFill>
                            <a:srgbClr val="FFFFFF"/>
                          </a:solidFill>
                        </a:rPr>
                        <a:t>CHALLENGES</a:t>
                      </a:r>
                      <a:endParaRPr sz="1400" u="none" strike="noStrike" cap="none"/>
                    </a:p>
                  </a:txBody>
                  <a:tcPr marL="0" marR="0" marT="0" marB="0" anchor="ctr">
                    <a:lnL w="9525" cmpd="sng">
                      <a:solidFill>
                        <a:srgbClr val="3A434C"/>
                      </a:solidFill>
                      <a:prstDash val="solid"/>
                    </a:lnL>
                    <a:lnR w="9525" cmpd="sng">
                      <a:solidFill>
                        <a:srgbClr val="3A434C"/>
                      </a:solidFill>
                      <a:prstDash val="solid"/>
                    </a:lnR>
                    <a:lnT w="9525" cmpd="sng">
                      <a:solidFill>
                        <a:srgbClr val="3A434C"/>
                      </a:solidFill>
                      <a:prstDash val="solid"/>
                    </a:lnT>
                    <a:lnB w="9525" cmpd="sng">
                      <a:solidFill>
                        <a:srgbClr val="3A434C"/>
                      </a:solidFill>
                      <a:prstDash val="dash"/>
                    </a:lnB>
                    <a:solidFill>
                      <a:srgbClr val="0072BC"/>
                    </a:solidFill>
                  </a:tcPr>
                </a:tc>
                <a:tc>
                  <a:txBody>
                    <a:bodyPr/>
                    <a:lstStyle/>
                    <a:p>
                      <a:pPr marL="0" marR="0" lvl="0" indent="0" algn="ctr">
                        <a:lnSpc>
                          <a:spcPct val="100000"/>
                        </a:lnSpc>
                        <a:spcBef>
                          <a:spcPts val="0"/>
                        </a:spcBef>
                        <a:spcAft>
                          <a:spcPts val="0"/>
                        </a:spcAft>
                        <a:buClr>
                          <a:srgbClr val="FFFFFF"/>
                        </a:buClr>
                        <a:buSzPts val="1700"/>
                        <a:buFont typeface="Arial"/>
                        <a:buNone/>
                      </a:pPr>
                      <a:r>
                        <a:rPr sz="1700" b="1" u="none" strike="noStrike" cap="none">
                          <a:solidFill>
                            <a:srgbClr val="FFFFFF"/>
                          </a:solidFill>
                        </a:rPr>
                        <a:t>STRATEGY</a:t>
                      </a:r>
                      <a:endParaRPr sz="1400" u="none" strike="noStrike" cap="none"/>
                    </a:p>
                  </a:txBody>
                  <a:tcPr marL="0" marR="0" marT="0" marB="0" anchor="ctr">
                    <a:lnL w="9525" cmpd="sng">
                      <a:solidFill>
                        <a:srgbClr val="3A434C"/>
                      </a:solidFill>
                      <a:prstDash val="solid"/>
                    </a:lnL>
                    <a:lnR w="9525" cmpd="sng">
                      <a:solidFill>
                        <a:srgbClr val="3A434C"/>
                      </a:solidFill>
                      <a:prstDash val="solid"/>
                    </a:lnR>
                    <a:lnT w="9525" cmpd="sng">
                      <a:solidFill>
                        <a:srgbClr val="3A434C"/>
                      </a:solidFill>
                      <a:prstDash val="solid"/>
                    </a:lnT>
                    <a:lnB w="9525" cmpd="sng">
                      <a:solidFill>
                        <a:srgbClr val="3A434C"/>
                      </a:solidFill>
                      <a:prstDash val="dash"/>
                    </a:lnB>
                    <a:solidFill>
                      <a:srgbClr val="0072BC"/>
                    </a:solidFill>
                  </a:tcPr>
                </a:tc>
              </a:tr>
              <a:tr h="13045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Technical</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Missing or stale sensors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u="none" strike="noStrike" cap="none">
                          <a:solidFill>
                            <a:srgbClr val="2B8548"/>
                          </a:solidFill>
                        </a:rPr>
                        <a:t>Quality and age masks. Preserve native resolution. Withhold a claim when coverage is unknown.</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r h="11276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Operational</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False or missed alerts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u="none" strike="noStrike" cap="none">
                          <a:solidFill>
                            <a:srgbClr val="2B8548"/>
                          </a:solidFill>
                        </a:rPr>
                        <a:t>Test on separate storms. Compare baselines. Check reliability and officer thresholds.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r h="11276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Social</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Privacy and biased reports</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b="1" u="none" strike="noStrike" cap="none">
                          <a:solidFill>
                            <a:srgbClr val="2B8548"/>
                          </a:solidFill>
                        </a:rPr>
                        <a:t>Coarse cells and consent. Deduplicate reports. Review independent corroboration.</a:t>
                      </a:r>
                      <a:endParaRPr sz="1400" u="none" strike="noStrike" cap="none">
                        <a:solidFill>
                          <a:srgbClr val="2B8548"/>
                        </a:solidFill>
                      </a:endParaRPr>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r h="1127625">
                <a:tc>
                  <a:txBody>
                    <a:bodyPr/>
                    <a:lstStyle/>
                    <a:p>
                      <a:pPr marL="0" marR="0" lvl="0" indent="0" algn="l">
                        <a:lnSpc>
                          <a:spcPct val="100000"/>
                        </a:lnSpc>
                        <a:spcBef>
                          <a:spcPts val="0"/>
                        </a:spcBef>
                        <a:spcAft>
                          <a:spcPts val="0"/>
                        </a:spcAft>
                        <a:buClr>
                          <a:srgbClr val="EC5B60"/>
                        </a:buClr>
                        <a:buSzPts val="1500"/>
                        <a:buFont typeface="Arial"/>
                        <a:buNone/>
                      </a:pPr>
                      <a:r>
                        <a:rPr sz="1500" b="1" u="none" strike="noStrike" cap="none">
                          <a:solidFill>
                            <a:srgbClr val="EC5B60"/>
                          </a:solidFill>
                        </a:rPr>
                        <a:t>Feasibility</a:t>
                      </a:r>
                      <a:endParaRPr sz="1400" u="none" strike="noStrike" cap="none"/>
                    </a:p>
                    <a:p>
                      <a:pPr marL="0" marR="0" lvl="0" indent="0" algn="l">
                        <a:lnSpc>
                          <a:spcPct val="100000"/>
                        </a:lnSpc>
                        <a:spcBef>
                          <a:spcPts val="500"/>
                        </a:spcBef>
                        <a:spcAft>
                          <a:spcPts val="0"/>
                        </a:spcAft>
                        <a:buClr>
                          <a:srgbClr val="161C24"/>
                        </a:buClr>
                        <a:buSzPts val="1400"/>
                        <a:buFont typeface="Arial"/>
                        <a:buNone/>
                      </a:pPr>
                      <a:r>
                        <a:rPr sz="1400" b="1" u="none" strike="noStrike" cap="none">
                          <a:solidFill>
                            <a:srgbClr val="161C24"/>
                          </a:solidFill>
                        </a:rPr>
                        <a:t>Data access and compute</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c>
                  <a:txBody>
                    <a:bodyPr/>
                    <a:lstStyle/>
                    <a:p>
                      <a:pPr marL="0" marR="0" lvl="0" indent="0" algn="l">
                        <a:lnSpc>
                          <a:spcPct val="100000"/>
                        </a:lnSpc>
                        <a:spcBef>
                          <a:spcPts val="0"/>
                        </a:spcBef>
                        <a:spcAft>
                          <a:spcPts val="0"/>
                        </a:spcAft>
                        <a:buClr>
                          <a:srgbClr val="2B8548"/>
                        </a:buClr>
                        <a:buSzPts val="1400"/>
                        <a:buFont typeface="Arial"/>
                        <a:buNone/>
                      </a:pPr>
                      <a:r>
                        <a:rPr sz="1400" u="none" strike="noStrike" cap="none">
                          <a:solidFill>
                            <a:srgbClr val="2B8548"/>
                          </a:solidFill>
                        </a:rPr>
                        <a:t>Obtain permissions. Start with one region and a compact model. Measure cost per update.</a:t>
                      </a:r>
                      <a:endParaRPr sz="1400" u="none" strike="noStrike" cap="none"/>
                    </a:p>
                  </a:txBody>
                  <a:tcPr marL="66675" marR="66675" marT="66675" marB="66675" anchor="ctr">
                    <a:lnL w="9525" cmpd="sng">
                      <a:solidFill>
                        <a:srgbClr val="3A434C"/>
                      </a:solidFill>
                      <a:prstDash val="dash"/>
                    </a:lnL>
                    <a:lnR w="9525" cmpd="sng">
                      <a:solidFill>
                        <a:srgbClr val="3A434C"/>
                      </a:solidFill>
                      <a:prstDash val="dash"/>
                    </a:lnR>
                    <a:lnT w="9525" cmpd="sng">
                      <a:solidFill>
                        <a:srgbClr val="3A434C"/>
                      </a:solidFill>
                      <a:prstDash val="dash"/>
                    </a:lnT>
                    <a:lnB w="9525" cmpd="sng">
                      <a:solidFill>
                        <a:srgbClr val="3A434C"/>
                      </a:solidFill>
                      <a:prstDash val="dash"/>
                    </a:lnB>
                    <a:solidFill>
                      <a:srgbClr val="F5F5F5"/>
                    </a:solidFill>
                  </a:tcPr>
                </a:tc>
              </a:tr>
            </a:tbl>
          </a:graphicData>
        </a:graphic>
      </p:graphicFrame>
      <p:pic>
        <p:nvPicPr>
          <p:cNvPr id="696" name="Google Shape;515;p5"/>
          <p:cNvPicPr>
            <a:picLocks xmlns:a="http://schemas.openxmlformats.org/drawingml/2006/main" noChangeAspect="1"/>
          </p:cNvPicPr>
          <p:nvPr/>
        </p:nvPicPr>
        <p:blipFill rotWithShape="1">
          <a:blip xmlns:r="http://schemas.openxmlformats.org/officeDocument/2006/relationships" xmlns:a="http://schemas.openxmlformats.org/drawingml/2006/main" r:embed="R192f08126949481e">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516" name="Google Shape;516;p5">
            <a:extLst xmlns:a="http://schemas.openxmlformats.org/drawingml/2006/main">
              <a:ext uri="{FF2B5EF4-FFF2-40B4-BE49-F238E27FC236}">
                <a16:creationId xmlns:a16="http://schemas.microsoft.com/office/drawing/2014/main" id="{5F08BDE7-63D8-4BE2-B283-DC94D75D5C72}"/>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517" name="Google Shape;517;p5">
            <a:extLst xmlns:a="http://schemas.openxmlformats.org/drawingml/2006/main">
              <a:ext uri="{FF2B5EF4-FFF2-40B4-BE49-F238E27FC236}">
                <a16:creationId xmlns:a16="http://schemas.microsoft.com/office/drawing/2014/main" id="{8400D493-9357-45DE-BFE2-3E8143B9063A}"/>
              </a:ext>
            </a:extLst>
          </p:cNvPr>
          <p:cNvSpPr>
            <a:spLocks xmlns:a="http://schemas.openxmlformats.org/drawingml/2006/main" noGrp="1"/>
          </p:cNvSpPr>
          <p:nvPr/>
        </p:nvSpPr>
        <p:spPr>
          <a:xfrm xmlns:a="http://schemas.openxmlformats.org/drawingml/2006/main">
            <a:off x="343350" y="5142425"/>
            <a:ext cx="3400500" cy="1122300"/>
          </a:xfrm>
          <a:prstGeom xmlns:a="http://schemas.openxmlformats.org/drawingml/2006/main" prst="roundRect">
            <a:avLst>
              <a:gd name="adj" fmla="val 16667"/>
            </a:avLst>
          </a:prstGeom>
          <a:solidFill xmlns:a="http://schemas.openxmlformats.org/drawingml/2006/main">
            <a:srgbClr val="F3F3F3"/>
          </a:solidFill>
          <a:ln xmlns:a="http://schemas.openxmlformats.org/drawingml/2006/main" w="9525" cap="flat" cmpd="sng">
            <a:solidFill>
              <a:schemeClr val="dk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18" name="Google Shape;518;p5">
            <a:extLst xmlns:a="http://schemas.openxmlformats.org/drawingml/2006/main">
              <a:ext uri="{FF2B5EF4-FFF2-40B4-BE49-F238E27FC236}">
                <a16:creationId xmlns:a16="http://schemas.microsoft.com/office/drawing/2014/main" id="{E0BC7FA1-7158-4314-9A52-6CF2AFD9F458}"/>
              </a:ext>
            </a:extLst>
          </p:cNvPr>
          <p:cNvSpPr>
            <a:spLocks xmlns:a="http://schemas.openxmlformats.org/drawingml/2006/main" noGrp="1"/>
          </p:cNvSpPr>
          <p:nvPr/>
        </p:nvSpPr>
        <p:spPr>
          <a:xfrm xmlns:a="http://schemas.openxmlformats.org/drawingml/2006/main">
            <a:off x="419100" y="5219700"/>
            <a:ext cx="3381300" cy="21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400"/>
              <a:buFont typeface="Arial"/>
              <a:buNone/>
            </a:pPr>
            <a:r>
              <a:rPr sz="1400" b="1" i="0" u="none" strike="noStrike" cap="none">
                <a:solidFill>
                  <a:srgbClr val="0072BC"/>
                </a:solidFill>
                <a:latin typeface="Arial"/>
                <a:ea typeface="Arial"/>
                <a:cs typeface="Arial"/>
              </a:rPr>
              <a:t>VIABILITY</a:t>
            </a:r>
            <a:endParaRPr sz="1400" b="0" i="0" u="none" strike="noStrike" cap="none">
              <a:solidFill>
                <a:srgbClr val="000000"/>
              </a:solidFill>
              <a:latin typeface="Arial"/>
              <a:ea typeface="Arial"/>
              <a:cs typeface="Arial"/>
            </a:endParaRPr>
          </a:p>
        </p:txBody>
      </p:sp>
      <p:sp>
        <p:nvSpPr>
          <p:cNvPr id="519" name="Google Shape;519;p5">
            <a:extLst xmlns:a="http://schemas.openxmlformats.org/drawingml/2006/main">
              <a:ext uri="{FF2B5EF4-FFF2-40B4-BE49-F238E27FC236}">
                <a16:creationId xmlns:a16="http://schemas.microsoft.com/office/drawing/2014/main" id="{C3C1BE47-3E5E-49B7-BC31-0D8B7ED93A9F}"/>
              </a:ext>
            </a:extLst>
          </p:cNvPr>
          <p:cNvSpPr>
            <a:spLocks xmlns:a="http://schemas.openxmlformats.org/drawingml/2006/main" noGrp="1"/>
          </p:cNvSpPr>
          <p:nvPr/>
        </p:nvSpPr>
        <p:spPr>
          <a:xfrm xmlns:a="http://schemas.openxmlformats.org/drawingml/2006/main">
            <a:off x="771525" y="5496938"/>
            <a:ext cx="3400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Pilot with documented Indian data rights.</a:t>
            </a:r>
            <a:endParaRPr sz="1400" b="0" i="0" u="none" strike="noStrike" cap="none">
              <a:solidFill>
                <a:srgbClr val="000000"/>
              </a:solidFill>
              <a:latin typeface="Arial"/>
              <a:ea typeface="Arial"/>
              <a:cs typeface="Arial"/>
            </a:endParaRPr>
          </a:p>
        </p:txBody>
      </p:sp>
      <p:sp>
        <p:nvSpPr>
          <p:cNvPr id="520" name="Google Shape;520;p5">
            <a:extLst xmlns:a="http://schemas.openxmlformats.org/drawingml/2006/main">
              <a:ext uri="{FF2B5EF4-FFF2-40B4-BE49-F238E27FC236}">
                <a16:creationId xmlns:a16="http://schemas.microsoft.com/office/drawing/2014/main" id="{870C2E08-B153-4136-89C5-E440E40E9DEB}"/>
              </a:ext>
            </a:extLst>
          </p:cNvPr>
          <p:cNvSpPr>
            <a:spLocks xmlns:a="http://schemas.openxmlformats.org/drawingml/2006/main" noGrp="1"/>
          </p:cNvSpPr>
          <p:nvPr/>
        </p:nvSpPr>
        <p:spPr>
          <a:xfrm xmlns:a="http://schemas.openxmlformats.org/drawingml/2006/main">
            <a:off x="771525" y="5739325"/>
            <a:ext cx="3400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Measure skill, latency and useful lead time.</a:t>
            </a:r>
            <a:endParaRPr sz="1400" b="0" i="0" u="none" strike="noStrike" cap="none">
              <a:solidFill>
                <a:srgbClr val="000000"/>
              </a:solidFill>
              <a:latin typeface="Arial"/>
              <a:ea typeface="Arial"/>
              <a:cs typeface="Arial"/>
            </a:endParaRPr>
          </a:p>
        </p:txBody>
      </p:sp>
      <p:sp>
        <p:nvSpPr>
          <p:cNvPr id="521" name="Google Shape;521;p5">
            <a:extLst xmlns:a="http://schemas.openxmlformats.org/drawingml/2006/main">
              <a:ext uri="{FF2B5EF4-FFF2-40B4-BE49-F238E27FC236}">
                <a16:creationId xmlns:a16="http://schemas.microsoft.com/office/drawing/2014/main" id="{60E60D94-8076-49F4-916C-047381760387}"/>
              </a:ext>
            </a:extLst>
          </p:cNvPr>
          <p:cNvSpPr>
            <a:spLocks xmlns:a="http://schemas.openxmlformats.org/drawingml/2006/main" noGrp="1"/>
          </p:cNvSpPr>
          <p:nvPr/>
        </p:nvSpPr>
        <p:spPr>
          <a:xfrm xmlns:a="http://schemas.openxmlformats.org/drawingml/2006/main">
            <a:off x="773432" y="5981700"/>
            <a:ext cx="34005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sng" strike="noStrike" cap="none">
                <a:solidFill>
                  <a:srgbClr val="172534"/>
                </a:solidFill>
                <a:latin typeface="Arial"/>
                <a:ea typeface="Arial"/>
                <a:cs typeface="Arial"/>
              </a:rPr>
              <a:t>Scale only after independent evaluation.</a:t>
            </a:r>
            <a:endParaRPr sz="1400" b="0" i="0" u="none" strike="noStrike" cap="none">
              <a:solidFill>
                <a:srgbClr val="000000"/>
              </a:solidFill>
              <a:latin typeface="Arial"/>
              <a:ea typeface="Arial"/>
              <a:cs typeface="Arial"/>
            </a:endParaRPr>
          </a:p>
        </p:txBody>
      </p:sp>
      <p:sp>
        <p:nvSpPr>
          <p:cNvPr id="522" name="Google Shape;522;p5">
            <a:extLst xmlns:a="http://schemas.openxmlformats.org/drawingml/2006/main">
              <a:ext uri="{FF2B5EF4-FFF2-40B4-BE49-F238E27FC236}">
                <a16:creationId xmlns:a16="http://schemas.microsoft.com/office/drawing/2014/main" id="{0539CEC3-7DD8-4D08-AB38-113E9A2BFDB4}"/>
              </a:ext>
            </a:extLst>
          </p:cNvPr>
          <p:cNvSpPr>
            <a:spLocks xmlns:a="http://schemas.openxmlformats.org/drawingml/2006/main" noGrp="1"/>
          </p:cNvSpPr>
          <p:nvPr/>
        </p:nvSpPr>
        <p:spPr>
          <a:xfrm xmlns:a="http://schemas.openxmlformats.org/drawingml/2006/main">
            <a:off x="606225" y="5568600"/>
            <a:ext cx="47700" cy="36000"/>
          </a:xfrm>
          <a:prstGeom xmlns:a="http://schemas.openxmlformats.org/drawingml/2006/main" prst="ellipse">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23" name="Google Shape;523;p5">
            <a:extLst xmlns:a="http://schemas.openxmlformats.org/drawingml/2006/main">
              <a:ext uri="{FF2B5EF4-FFF2-40B4-BE49-F238E27FC236}">
                <a16:creationId xmlns:a16="http://schemas.microsoft.com/office/drawing/2014/main" id="{0DA9E1AD-ABC6-4291-BF49-B70E0846DE68}"/>
              </a:ext>
            </a:extLst>
          </p:cNvPr>
          <p:cNvSpPr>
            <a:spLocks xmlns:a="http://schemas.openxmlformats.org/drawingml/2006/main" noGrp="1"/>
          </p:cNvSpPr>
          <p:nvPr/>
        </p:nvSpPr>
        <p:spPr>
          <a:xfrm xmlns:a="http://schemas.openxmlformats.org/drawingml/2006/main">
            <a:off x="606225" y="5821900"/>
            <a:ext cx="47700" cy="36000"/>
          </a:xfrm>
          <a:prstGeom xmlns:a="http://schemas.openxmlformats.org/drawingml/2006/main" prst="ellipse">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24" name="Google Shape;524;p5">
            <a:extLst xmlns:a="http://schemas.openxmlformats.org/drawingml/2006/main">
              <a:ext uri="{FF2B5EF4-FFF2-40B4-BE49-F238E27FC236}">
                <a16:creationId xmlns:a16="http://schemas.microsoft.com/office/drawing/2014/main" id="{D3A01F72-7CAE-4F14-B616-31058AF3F991}"/>
              </a:ext>
            </a:extLst>
          </p:cNvPr>
          <p:cNvSpPr>
            <a:spLocks xmlns:a="http://schemas.openxmlformats.org/drawingml/2006/main" noGrp="1"/>
          </p:cNvSpPr>
          <p:nvPr/>
        </p:nvSpPr>
        <p:spPr>
          <a:xfrm xmlns:a="http://schemas.openxmlformats.org/drawingml/2006/main">
            <a:off x="606225" y="6075200"/>
            <a:ext cx="47700" cy="36000"/>
          </a:xfrm>
          <a:prstGeom xmlns:a="http://schemas.openxmlformats.org/drawingml/2006/main" prst="ellipse">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chemeClr val="lt1"/>
              </a:solidFill>
              <a:latin typeface="Oswald"/>
              <a:ea typeface="Oswald"/>
              <a:cs typeface="Oswald"/>
            </a:endParaRPr>
          </a:p>
        </p:txBody>
      </p:sp>
      <p:sp>
        <p:nvSpPr>
          <p:cNvPr id="528" name="Accuracy gate 1">
            <a:extLst xmlns:a="http://schemas.openxmlformats.org/drawingml/2006/main">
              <a:ext uri="{FF2B5EF4-FFF2-40B4-BE49-F238E27FC236}">
                <a16:creationId xmlns:a16="http://schemas.microsoft.com/office/drawing/2014/main" id="{844717DD-95D2-438D-B81B-7A15B6DC2FCE}"/>
              </a:ext>
            </a:extLst>
          </p:cNvPr>
          <p:cNvSpPr>
            <a:spLocks xmlns:a="http://schemas.openxmlformats.org/drawingml/2006/main" noGrp="1"/>
          </p:cNvSpPr>
          <p:nvPr/>
        </p:nvSpPr>
        <p:spPr>
          <a:xfrm xmlns:a="http://schemas.openxmlformats.org/drawingml/2006/main">
            <a:off x="4114800" y="1781175"/>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29" name="Accuracy gate 1 title">
            <a:extLst xmlns:a="http://schemas.openxmlformats.org/drawingml/2006/main">
              <a:ext uri="{FF2B5EF4-FFF2-40B4-BE49-F238E27FC236}">
                <a16:creationId xmlns:a16="http://schemas.microsoft.com/office/drawing/2014/main" id="{CCF2921A-7FE5-4710-9777-4F2A1CD5591F}"/>
              </a:ext>
            </a:extLst>
          </p:cNvPr>
          <p:cNvSpPr>
            <a:spLocks xmlns:a="http://schemas.openxmlformats.org/drawingml/2006/main" noGrp="1"/>
          </p:cNvSpPr>
          <p:nvPr/>
        </p:nvSpPr>
        <p:spPr>
          <a:xfrm xmlns:a="http://schemas.openxmlformats.org/drawingml/2006/main">
            <a:off x="4200525" y="1809750"/>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1  Freeze available inputs</a:t>
            </a:r>
          </a:p>
        </p:txBody>
      </p:sp>
      <p:sp>
        <p:nvSpPr>
          <p:cNvPr id="530" name="Accuracy gate 1 detail">
            <a:extLst xmlns:a="http://schemas.openxmlformats.org/drawingml/2006/main">
              <a:ext uri="{FF2B5EF4-FFF2-40B4-BE49-F238E27FC236}">
                <a16:creationId xmlns:a16="http://schemas.microsoft.com/office/drawing/2014/main" id="{72087541-9EE8-4A74-AA71-F7A86CF77FA7}"/>
              </a:ext>
            </a:extLst>
          </p:cNvPr>
          <p:cNvSpPr>
            <a:spLocks xmlns:a="http://schemas.openxmlformats.org/drawingml/2006/main" noGrp="1"/>
          </p:cNvSpPr>
          <p:nvPr/>
        </p:nvSpPr>
        <p:spPr>
          <a:xfrm xmlns:a="http://schemas.openxmlformats.org/drawingml/2006/main">
            <a:off x="4200525" y="2028825"/>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No future observations in a forecast</a:t>
            </a:r>
          </a:p>
        </p:txBody>
      </p:sp>
      <p:sp>
        <p:nvSpPr>
          <p:cNvPr id="531" name="Accuracy gate connector 1">
            <a:extLst xmlns:a="http://schemas.openxmlformats.org/drawingml/2006/main">
              <a:ext uri="{FF2B5EF4-FFF2-40B4-BE49-F238E27FC236}">
                <a16:creationId xmlns:a16="http://schemas.microsoft.com/office/drawing/2014/main" id="{7E14FE45-3372-4738-AEBA-CDDC7CDE6281}"/>
              </a:ext>
            </a:extLst>
          </p:cNvPr>
          <p:cNvSpPr>
            <a:spLocks xmlns:a="http://schemas.openxmlformats.org/drawingml/2006/main" noGrp="1"/>
          </p:cNvSpPr>
          <p:nvPr/>
        </p:nvSpPr>
        <p:spPr>
          <a:xfrm xmlns:a="http://schemas.openxmlformats.org/drawingml/2006/main">
            <a:off x="5505450" y="2238375"/>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32" name="Accuracy gate 2">
            <a:extLst xmlns:a="http://schemas.openxmlformats.org/drawingml/2006/main">
              <a:ext uri="{FF2B5EF4-FFF2-40B4-BE49-F238E27FC236}">
                <a16:creationId xmlns:a16="http://schemas.microsoft.com/office/drawing/2014/main" id="{5C64ABEE-4974-46FC-8980-A9D05B8343AA}"/>
              </a:ext>
            </a:extLst>
          </p:cNvPr>
          <p:cNvSpPr>
            <a:spLocks xmlns:a="http://schemas.openxmlformats.org/drawingml/2006/main" noGrp="1"/>
          </p:cNvSpPr>
          <p:nvPr/>
        </p:nvSpPr>
        <p:spPr>
          <a:xfrm xmlns:a="http://schemas.openxmlformats.org/drawingml/2006/main">
            <a:off x="4114800" y="2362200"/>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33" name="Accuracy gate 2 title">
            <a:extLst xmlns:a="http://schemas.openxmlformats.org/drawingml/2006/main">
              <a:ext uri="{FF2B5EF4-FFF2-40B4-BE49-F238E27FC236}">
                <a16:creationId xmlns:a16="http://schemas.microsoft.com/office/drawing/2014/main" id="{B27707EC-CBA5-423F-9AAB-4670AFAE3AFF}"/>
              </a:ext>
            </a:extLst>
          </p:cNvPr>
          <p:cNvSpPr>
            <a:spLocks xmlns:a="http://schemas.openxmlformats.org/drawingml/2006/main" noGrp="1"/>
          </p:cNvSpPr>
          <p:nvPr/>
        </p:nvSpPr>
        <p:spPr>
          <a:xfrm xmlns:a="http://schemas.openxmlformats.org/drawingml/2006/main">
            <a:off x="4200525" y="2390775"/>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2  Separate storm events</a:t>
            </a:r>
          </a:p>
        </p:txBody>
      </p:sp>
      <p:sp>
        <p:nvSpPr>
          <p:cNvPr id="534" name="Accuracy gate 2 detail">
            <a:extLst xmlns:a="http://schemas.openxmlformats.org/drawingml/2006/main">
              <a:ext uri="{FF2B5EF4-FFF2-40B4-BE49-F238E27FC236}">
                <a16:creationId xmlns:a16="http://schemas.microsoft.com/office/drawing/2014/main" id="{7DED1695-223F-499F-9B8C-768C07641E93}"/>
              </a:ext>
            </a:extLst>
          </p:cNvPr>
          <p:cNvSpPr>
            <a:spLocks xmlns:a="http://schemas.openxmlformats.org/drawingml/2006/main" noGrp="1"/>
          </p:cNvSpPr>
          <p:nvPr/>
        </p:nvSpPr>
        <p:spPr>
          <a:xfrm xmlns:a="http://schemas.openxmlformats.org/drawingml/2006/main">
            <a:off x="4200525" y="2609850"/>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Train, validate, calibrate, then test</a:t>
            </a:r>
          </a:p>
        </p:txBody>
      </p:sp>
      <p:sp>
        <p:nvSpPr>
          <p:cNvPr id="535" name="Accuracy gate connector 2">
            <a:extLst xmlns:a="http://schemas.openxmlformats.org/drawingml/2006/main">
              <a:ext uri="{FF2B5EF4-FFF2-40B4-BE49-F238E27FC236}">
                <a16:creationId xmlns:a16="http://schemas.microsoft.com/office/drawing/2014/main" id="{C9155626-753B-4A6C-963C-C11DD1CD9A10}"/>
              </a:ext>
            </a:extLst>
          </p:cNvPr>
          <p:cNvSpPr>
            <a:spLocks xmlns:a="http://schemas.openxmlformats.org/drawingml/2006/main" noGrp="1"/>
          </p:cNvSpPr>
          <p:nvPr/>
        </p:nvSpPr>
        <p:spPr>
          <a:xfrm xmlns:a="http://schemas.openxmlformats.org/drawingml/2006/main">
            <a:off x="5505450" y="2819400"/>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36" name="Accuracy gate 3">
            <a:extLst xmlns:a="http://schemas.openxmlformats.org/drawingml/2006/main">
              <a:ext uri="{FF2B5EF4-FFF2-40B4-BE49-F238E27FC236}">
                <a16:creationId xmlns:a16="http://schemas.microsoft.com/office/drawing/2014/main" id="{83E87019-F394-43BC-8278-AF001CAC2B6E}"/>
              </a:ext>
            </a:extLst>
          </p:cNvPr>
          <p:cNvSpPr>
            <a:spLocks xmlns:a="http://schemas.openxmlformats.org/drawingml/2006/main" noGrp="1"/>
          </p:cNvSpPr>
          <p:nvPr/>
        </p:nvSpPr>
        <p:spPr>
          <a:xfrm xmlns:a="http://schemas.openxmlformats.org/drawingml/2006/main">
            <a:off x="4114800" y="2943225"/>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37" name="Accuracy gate 3 title">
            <a:extLst xmlns:a="http://schemas.openxmlformats.org/drawingml/2006/main">
              <a:ext uri="{FF2B5EF4-FFF2-40B4-BE49-F238E27FC236}">
                <a16:creationId xmlns:a16="http://schemas.microsoft.com/office/drawing/2014/main" id="{78B2FB66-19F0-4511-8C83-92FAF65E35F7}"/>
              </a:ext>
            </a:extLst>
          </p:cNvPr>
          <p:cNvSpPr>
            <a:spLocks xmlns:a="http://schemas.openxmlformats.org/drawingml/2006/main" noGrp="1"/>
          </p:cNvSpPr>
          <p:nvPr/>
        </p:nvSpPr>
        <p:spPr>
          <a:xfrm xmlns:a="http://schemas.openxmlformats.org/drawingml/2006/main">
            <a:off x="4200525" y="2971800"/>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3  Compare baselines</a:t>
            </a:r>
          </a:p>
        </p:txBody>
      </p:sp>
      <p:sp>
        <p:nvSpPr>
          <p:cNvPr id="538" name="Accuracy gate 3 detail">
            <a:extLst xmlns:a="http://schemas.openxmlformats.org/drawingml/2006/main">
              <a:ext uri="{FF2B5EF4-FFF2-40B4-BE49-F238E27FC236}">
                <a16:creationId xmlns:a16="http://schemas.microsoft.com/office/drawing/2014/main" id="{93F93929-9D13-4E6C-9767-BBBB740BD272}"/>
              </a:ext>
            </a:extLst>
          </p:cNvPr>
          <p:cNvSpPr>
            <a:spLocks xmlns:a="http://schemas.openxmlformats.org/drawingml/2006/main" noGrp="1"/>
          </p:cNvSpPr>
          <p:nvPr/>
        </p:nvSpPr>
        <p:spPr>
          <a:xfrm xmlns:a="http://schemas.openxmlformats.org/drawingml/2006/main">
            <a:off x="4200525" y="3190875"/>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Persistence and motion on equal cases</a:t>
            </a:r>
          </a:p>
        </p:txBody>
      </p:sp>
      <p:sp>
        <p:nvSpPr>
          <p:cNvPr id="539" name="Accuracy gate connector 3">
            <a:extLst xmlns:a="http://schemas.openxmlformats.org/drawingml/2006/main">
              <a:ext uri="{FF2B5EF4-FFF2-40B4-BE49-F238E27FC236}">
                <a16:creationId xmlns:a16="http://schemas.microsoft.com/office/drawing/2014/main" id="{71EA877C-5D0C-47BA-A91D-ED6479A8BC86}"/>
              </a:ext>
            </a:extLst>
          </p:cNvPr>
          <p:cNvSpPr>
            <a:spLocks xmlns:a="http://schemas.openxmlformats.org/drawingml/2006/main" noGrp="1"/>
          </p:cNvSpPr>
          <p:nvPr/>
        </p:nvSpPr>
        <p:spPr>
          <a:xfrm xmlns:a="http://schemas.openxmlformats.org/drawingml/2006/main">
            <a:off x="5505450" y="3400425"/>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40" name="Accuracy gate 4">
            <a:extLst xmlns:a="http://schemas.openxmlformats.org/drawingml/2006/main">
              <a:ext uri="{FF2B5EF4-FFF2-40B4-BE49-F238E27FC236}">
                <a16:creationId xmlns:a16="http://schemas.microsoft.com/office/drawing/2014/main" id="{3F56D815-C2B0-47AE-82D7-2A9E8F9C11AA}"/>
              </a:ext>
            </a:extLst>
          </p:cNvPr>
          <p:cNvSpPr>
            <a:spLocks xmlns:a="http://schemas.openxmlformats.org/drawingml/2006/main" noGrp="1"/>
          </p:cNvSpPr>
          <p:nvPr/>
        </p:nvSpPr>
        <p:spPr>
          <a:xfrm xmlns:a="http://schemas.openxmlformats.org/drawingml/2006/main">
            <a:off x="4114800" y="3524250"/>
            <a:ext cx="2876550" cy="447675"/>
          </a:xfrm>
          <a:prstGeom xmlns:a="http://schemas.openxmlformats.org/drawingml/2006/main" prst="roundRect">
            <a:avLst>
              <a:gd name="adj" fmla="val 17021"/>
            </a:avLst>
          </a:prstGeom>
          <a:solidFill xmlns:a="http://schemas.openxmlformats.org/drawingml/2006/main">
            <a:srgbClr val="F2F7FE"/>
          </a:solidFill>
          <a:ln xmlns:a="http://schemas.openxmlformats.org/drawingml/2006/main" w="9525">
            <a:solidFill>
              <a:srgbClr val="0072BC"/>
            </a:solidFill>
          </a:ln>
        </p:spPr>
      </p:sp>
      <p:sp>
        <p:nvSpPr>
          <p:cNvPr id="541" name="Accuracy gate 4 title">
            <a:extLst xmlns:a="http://schemas.openxmlformats.org/drawingml/2006/main">
              <a:ext uri="{FF2B5EF4-FFF2-40B4-BE49-F238E27FC236}">
                <a16:creationId xmlns:a16="http://schemas.microsoft.com/office/drawing/2014/main" id="{20D03ACE-C33B-412B-8B74-1F2732417ACD}"/>
              </a:ext>
            </a:extLst>
          </p:cNvPr>
          <p:cNvSpPr>
            <a:spLocks xmlns:a="http://schemas.openxmlformats.org/drawingml/2006/main" noGrp="1"/>
          </p:cNvSpPr>
          <p:nvPr/>
        </p:nvSpPr>
        <p:spPr>
          <a:xfrm xmlns:a="http://schemas.openxmlformats.org/drawingml/2006/main">
            <a:off x="4200525" y="3552825"/>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4  Check probabilities</a:t>
            </a:r>
          </a:p>
        </p:txBody>
      </p:sp>
      <p:sp>
        <p:nvSpPr>
          <p:cNvPr id="542" name="Accuracy gate 4 detail">
            <a:extLst xmlns:a="http://schemas.openxmlformats.org/drawingml/2006/main">
              <a:ext uri="{FF2B5EF4-FFF2-40B4-BE49-F238E27FC236}">
                <a16:creationId xmlns:a16="http://schemas.microsoft.com/office/drawing/2014/main" id="{86752278-BCA6-4341-92A3-57D7F3E93BA3}"/>
              </a:ext>
            </a:extLst>
          </p:cNvPr>
          <p:cNvSpPr>
            <a:spLocks xmlns:a="http://schemas.openxmlformats.org/drawingml/2006/main" noGrp="1"/>
          </p:cNvSpPr>
          <p:nvPr/>
        </p:nvSpPr>
        <p:spPr>
          <a:xfrm xmlns:a="http://schemas.openxmlformats.org/drawingml/2006/main">
            <a:off x="4200525" y="3771900"/>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Reliability, Brier, POD, FAR and CSI</a:t>
            </a:r>
          </a:p>
        </p:txBody>
      </p:sp>
      <p:sp>
        <p:nvSpPr>
          <p:cNvPr id="543" name="Accuracy gate connector 4">
            <a:extLst xmlns:a="http://schemas.openxmlformats.org/drawingml/2006/main">
              <a:ext uri="{FF2B5EF4-FFF2-40B4-BE49-F238E27FC236}">
                <a16:creationId xmlns:a16="http://schemas.microsoft.com/office/drawing/2014/main" id="{F36FE7CA-93CC-448F-9B2E-9A7BBE697165}"/>
              </a:ext>
            </a:extLst>
          </p:cNvPr>
          <p:cNvSpPr>
            <a:spLocks xmlns:a="http://schemas.openxmlformats.org/drawingml/2006/main" noGrp="1"/>
          </p:cNvSpPr>
          <p:nvPr/>
        </p:nvSpPr>
        <p:spPr>
          <a:xfrm xmlns:a="http://schemas.openxmlformats.org/drawingml/2006/main">
            <a:off x="5505450" y="3981450"/>
            <a:ext cx="114300" cy="114300"/>
          </a:xfrm>
          <a:prstGeom xmlns:a="http://schemas.openxmlformats.org/drawingml/2006/main" prst="downArrow">
            <a:avLst/>
          </a:prstGeom>
          <a:solidFill xmlns:a="http://schemas.openxmlformats.org/drawingml/2006/main">
            <a:srgbClr val="0072BC"/>
          </a:solidFill>
          <a:ln xmlns:a="http://schemas.openxmlformats.org/drawingml/2006/main" w="0">
            <a:noFill/>
          </a:ln>
        </p:spPr>
      </p:sp>
      <p:sp>
        <p:nvSpPr>
          <p:cNvPr id="544" name="Accuracy gate 5">
            <a:extLst xmlns:a="http://schemas.openxmlformats.org/drawingml/2006/main">
              <a:ext uri="{FF2B5EF4-FFF2-40B4-BE49-F238E27FC236}">
                <a16:creationId xmlns:a16="http://schemas.microsoft.com/office/drawing/2014/main" id="{82BD3E4F-1274-4485-90BE-73BC06E0B6E1}"/>
              </a:ext>
            </a:extLst>
          </p:cNvPr>
          <p:cNvSpPr>
            <a:spLocks xmlns:a="http://schemas.openxmlformats.org/drawingml/2006/main" noGrp="1"/>
          </p:cNvSpPr>
          <p:nvPr/>
        </p:nvSpPr>
        <p:spPr>
          <a:xfrm xmlns:a="http://schemas.openxmlformats.org/drawingml/2006/main">
            <a:off x="4114800" y="4105275"/>
            <a:ext cx="2876550" cy="447675"/>
          </a:xfrm>
          <a:prstGeom xmlns:a="http://schemas.openxmlformats.org/drawingml/2006/main" prst="roundRect">
            <a:avLst>
              <a:gd name="adj" fmla="val 17021"/>
            </a:avLst>
          </a:prstGeom>
          <a:solidFill xmlns:a="http://schemas.openxmlformats.org/drawingml/2006/main">
            <a:srgbClr val="F0FAF4"/>
          </a:solidFill>
          <a:ln xmlns:a="http://schemas.openxmlformats.org/drawingml/2006/main" w="9525">
            <a:solidFill>
              <a:srgbClr val="08A65B"/>
            </a:solidFill>
          </a:ln>
        </p:spPr>
      </p:sp>
      <p:sp>
        <p:nvSpPr>
          <p:cNvPr id="545" name="Accuracy gate 5 title">
            <a:extLst xmlns:a="http://schemas.openxmlformats.org/drawingml/2006/main">
              <a:ext uri="{FF2B5EF4-FFF2-40B4-BE49-F238E27FC236}">
                <a16:creationId xmlns:a16="http://schemas.microsoft.com/office/drawing/2014/main" id="{CC96ECE4-518B-4DFF-ADC4-DE0844C149B5}"/>
              </a:ext>
            </a:extLst>
          </p:cNvPr>
          <p:cNvSpPr>
            <a:spLocks xmlns:a="http://schemas.openxmlformats.org/drawingml/2006/main" noGrp="1"/>
          </p:cNvSpPr>
          <p:nvPr/>
        </p:nvSpPr>
        <p:spPr>
          <a:xfrm xmlns:a="http://schemas.openxmlformats.org/drawingml/2006/main">
            <a:off x="4200525" y="4133850"/>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214E83"/>
                </a:solidFill>
                <a:latin typeface="Arial"/>
                <a:ea typeface="Arial"/>
                <a:cs typeface="Arial"/>
              </a:defRPr>
            </a:pPr>
            <a:r>
              <a:rPr sz="1200" b="1">
                <a:solidFill>
                  <a:srgbClr val="214E83"/>
                </a:solidFill>
                <a:latin typeface="Arial"/>
                <a:ea typeface="Arial"/>
                <a:cs typeface="Arial"/>
              </a:rPr>
              <a:t>5  Run a shadow pilot</a:t>
            </a:r>
          </a:p>
        </p:txBody>
      </p:sp>
      <p:sp>
        <p:nvSpPr>
          <p:cNvPr id="546" name="Accuracy gate 5 detail">
            <a:extLst xmlns:a="http://schemas.openxmlformats.org/drawingml/2006/main">
              <a:ext uri="{FF2B5EF4-FFF2-40B4-BE49-F238E27FC236}">
                <a16:creationId xmlns:a16="http://schemas.microsoft.com/office/drawing/2014/main" id="{6D94975D-3AE4-44E1-8970-1577C3342B9F}"/>
              </a:ext>
            </a:extLst>
          </p:cNvPr>
          <p:cNvSpPr>
            <a:spLocks xmlns:a="http://schemas.openxmlformats.org/drawingml/2006/main" noGrp="1"/>
          </p:cNvSpPr>
          <p:nvPr/>
        </p:nvSpPr>
        <p:spPr>
          <a:xfrm xmlns:a="http://schemas.openxmlformats.org/drawingml/2006/main">
            <a:off x="4200525" y="4352925"/>
            <a:ext cx="27051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900" b="0">
                <a:solidFill>
                  <a:srgbClr val="52687E"/>
                </a:solidFill>
                <a:latin typeface="Arial"/>
                <a:ea typeface="Arial"/>
                <a:cs typeface="Arial"/>
              </a:defRPr>
            </a:pPr>
            <a:r>
              <a:rPr sz="900" b="0">
                <a:solidFill>
                  <a:srgbClr val="52687E"/>
                </a:solidFill>
                <a:latin typeface="Arial"/>
                <a:ea typeface="Arial"/>
                <a:cs typeface="Arial"/>
              </a:rPr>
              <a:t>Test outages and useful warning time</a:t>
            </a:r>
          </a:p>
        </p:txBody>
      </p:sp>
    </p:spTree>
    <p:extLst>
      <p:ext uri="{BB962C8B-B14F-4D97-AF65-F5344CB8AC3E}">
        <p14:creationId xmlns:p14="http://schemas.microsoft.com/office/powerpoint/2010/main" val="99396703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29" name="Google Shape;529;p6">
            <a:extLst xmlns:a="http://schemas.openxmlformats.org/drawingml/2006/main">
              <a:ext uri="{FF2B5EF4-FFF2-40B4-BE49-F238E27FC236}">
                <a16:creationId xmlns:a16="http://schemas.microsoft.com/office/drawing/2014/main" id="{39BA9A1B-B796-49EE-8400-EA4E5B628988}"/>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530" name="Google Shape;530;p6">
            <a:extLst xmlns:a="http://schemas.openxmlformats.org/drawingml/2006/main">
              <a:ext uri="{FF2B5EF4-FFF2-40B4-BE49-F238E27FC236}">
                <a16:creationId xmlns:a16="http://schemas.microsoft.com/office/drawing/2014/main" id="{BF86B9B2-03C8-4409-8C03-7D2AE8C0B1BD}"/>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531" name="Google Shape;531;p6">
            <a:extLst xmlns:a="http://schemas.openxmlformats.org/drawingml/2006/main">
              <a:ext uri="{FF2B5EF4-FFF2-40B4-BE49-F238E27FC236}">
                <a16:creationId xmlns:a16="http://schemas.microsoft.com/office/drawing/2014/main" id="{E42D7C8B-690D-4D60-AD9C-677D035E66CA}"/>
              </a:ext>
            </a:extLst>
          </p:cNvPr>
          <p:cNvSpPr>
            <a:spLocks xmlns:a="http://schemas.openxmlformats.org/drawingml/2006/main" noGrp="1"/>
          </p:cNvSpPr>
          <p:nvPr>
            <p:ph type="title" idx="0"/>
          </p:nvPr>
        </p:nvSpPr>
        <p:spPr>
          <a:xfrm xmlns:a="http://schemas.openxmlformats.org/drawingml/2006/main">
            <a:off x="1771650" y="238125"/>
            <a:ext cx="7972425"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400"/>
              <a:buFont typeface="Times New Roman"/>
              <a:buNone/>
            </a:pPr>
            <a:r>
              <a:rPr sz="3400" b="1">
                <a:latin typeface="Times New Roman"/>
                <a:ea typeface="Times New Roman"/>
                <a:cs typeface="Times New Roman"/>
              </a:rPr>
              <a:t>IMPACT AND BENEFITS</a:t>
            </a:r>
            <a:endParaRPr/>
          </a:p>
        </p:txBody>
      </p:sp>
      <p:sp>
        <p:nvSpPr>
          <p:cNvPr id="532" name="Google Shape;532;p6">
            <a:extLst xmlns:a="http://schemas.openxmlformats.org/drawingml/2006/main">
              <a:ext uri="{FF2B5EF4-FFF2-40B4-BE49-F238E27FC236}">
                <a16:creationId xmlns:a16="http://schemas.microsoft.com/office/drawing/2014/main" id="{9E688853-468C-48F0-BAA2-66CE619B17F2}"/>
              </a:ext>
            </a:extLst>
          </p:cNvPr>
          <p:cNvSpPr>
            <a:spLocks xmlns:a="http://schemas.openxmlformats.org/drawingml/2006/main" noGrp="1"/>
          </p:cNvSpPr>
          <p:nvPr>
            <p:ph type="sldNum" idx="4294967295"/>
          </p:nvPr>
        </p:nvSpPr>
        <p:spPr>
          <a:xfrm xmlns:a="http://schemas.openxmlformats.org/drawingml/2006/main">
            <a:off x="11393541" y="6404314"/>
            <a:ext cx="188857"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533" name="Google Shape;533;p6">
            <a:extLst xmlns:a="http://schemas.openxmlformats.org/drawingml/2006/main">
              <a:ext uri="{FF2B5EF4-FFF2-40B4-BE49-F238E27FC236}">
                <a16:creationId xmlns:a16="http://schemas.microsoft.com/office/drawing/2014/main" id="{42832D4C-BC8D-4D72-B7E7-5FF0F1D01975}"/>
              </a:ext>
            </a:extLst>
          </p:cNvPr>
          <p:cNvSpPr>
            <a:spLocks xmlns:a="http://schemas.openxmlformats.org/drawingml/2006/main" noGrp="1"/>
          </p:cNvSpPr>
          <p:nvPr/>
        </p:nvSpPr>
        <p:spPr>
          <a:xfrm xmlns:a="http://schemas.openxmlformats.org/drawingml/2006/main">
            <a:off x="285750" y="1304925"/>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34" name="Google Shape;534;p6">
            <a:extLst xmlns:a="http://schemas.openxmlformats.org/drawingml/2006/main">
              <a:ext uri="{FF2B5EF4-FFF2-40B4-BE49-F238E27FC236}">
                <a16:creationId xmlns:a16="http://schemas.microsoft.com/office/drawing/2014/main" id="{B001BD67-8D4D-40A5-AD4B-61EDF2FD7996}"/>
              </a:ext>
            </a:extLst>
          </p:cNvPr>
          <p:cNvSpPr>
            <a:spLocks xmlns:a="http://schemas.openxmlformats.org/drawingml/2006/main" noGrp="1"/>
          </p:cNvSpPr>
          <p:nvPr/>
        </p:nvSpPr>
        <p:spPr>
          <a:xfrm xmlns:a="http://schemas.openxmlformats.org/drawingml/2006/main">
            <a:off x="419100" y="1400174"/>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Support Weather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Operators</a:t>
            </a:r>
            <a:endParaRPr sz="1400" b="0" i="0" u="none" strike="noStrike" cap="none">
              <a:solidFill>
                <a:srgbClr val="000000"/>
              </a:solidFill>
              <a:latin typeface="Arial"/>
              <a:ea typeface="Arial"/>
              <a:cs typeface="Arial"/>
            </a:endParaRPr>
          </a:p>
        </p:txBody>
      </p:sp>
      <p:sp>
        <p:nvSpPr>
          <p:cNvPr id="535" name="Google Shape;535;p6">
            <a:extLst xmlns:a="http://schemas.openxmlformats.org/drawingml/2006/main">
              <a:ext uri="{FF2B5EF4-FFF2-40B4-BE49-F238E27FC236}">
                <a16:creationId xmlns:a16="http://schemas.microsoft.com/office/drawing/2014/main" id="{961C56F8-DF37-4579-A976-7D04A466F6C4}"/>
              </a:ext>
            </a:extLst>
          </p:cNvPr>
          <p:cNvSpPr>
            <a:spLocks xmlns:a="http://schemas.openxmlformats.org/drawingml/2006/main" noGrp="1"/>
          </p:cNvSpPr>
          <p:nvPr/>
        </p:nvSpPr>
        <p:spPr>
          <a:xfrm xmlns:a="http://schemas.openxmlformats.org/drawingml/2006/main">
            <a:off x="419100" y="1958519"/>
            <a:ext cx="2610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Bring forecast risk and sensor evidence into one review.</a:t>
            </a:r>
            <a:endParaRPr sz="1400" b="0" i="0" u="none" strike="noStrike" cap="none">
              <a:solidFill>
                <a:srgbClr val="000000"/>
              </a:solidFill>
              <a:latin typeface="Arial"/>
              <a:ea typeface="Arial"/>
              <a:cs typeface="Arial"/>
            </a:endParaRPr>
          </a:p>
        </p:txBody>
      </p:sp>
      <p:sp>
        <p:nvSpPr>
          <p:cNvPr id="536" name="Google Shape;536;p6">
            <a:extLst xmlns:a="http://schemas.openxmlformats.org/drawingml/2006/main">
              <a:ext uri="{FF2B5EF4-FFF2-40B4-BE49-F238E27FC236}">
                <a16:creationId xmlns:a16="http://schemas.microsoft.com/office/drawing/2014/main" id="{D9D3C12D-1D6A-4BD9-84F2-CDE2DD2E6C2D}"/>
              </a:ext>
            </a:extLst>
          </p:cNvPr>
          <p:cNvSpPr>
            <a:spLocks xmlns:a="http://schemas.openxmlformats.org/drawingml/2006/main" noGrp="1"/>
          </p:cNvSpPr>
          <p:nvPr/>
        </p:nvSpPr>
        <p:spPr>
          <a:xfrm xmlns:a="http://schemas.openxmlformats.org/drawingml/2006/main">
            <a:off x="419100" y="2881993"/>
            <a:ext cx="26100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Shows where evidence supports action or needs caution.</a:t>
            </a:r>
            <a:endParaRPr sz="1400" b="0" i="0" u="none" strike="noStrike" cap="none">
              <a:solidFill>
                <a:srgbClr val="000000"/>
              </a:solidFill>
              <a:latin typeface="Arial"/>
              <a:ea typeface="Arial"/>
              <a:cs typeface="Arial"/>
            </a:endParaRPr>
          </a:p>
        </p:txBody>
      </p:sp>
      <p:sp>
        <p:nvSpPr>
          <p:cNvPr id="537" name="Google Shape;537;p6">
            <a:extLst xmlns:a="http://schemas.openxmlformats.org/drawingml/2006/main">
              <a:ext uri="{FF2B5EF4-FFF2-40B4-BE49-F238E27FC236}">
                <a16:creationId xmlns:a16="http://schemas.microsoft.com/office/drawing/2014/main" id="{E94385D7-9244-42FD-8FE9-D9C7BEAB676C}"/>
              </a:ext>
            </a:extLst>
          </p:cNvPr>
          <p:cNvSpPr>
            <a:spLocks xmlns:a="http://schemas.openxmlformats.org/drawingml/2006/main" noGrp="1"/>
          </p:cNvSpPr>
          <p:nvPr/>
        </p:nvSpPr>
        <p:spPr>
          <a:xfrm xmlns:a="http://schemas.openxmlformats.org/drawingml/2006/main">
            <a:off x="3276600" y="1304925"/>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38" name="Google Shape;538;p6">
            <a:extLst xmlns:a="http://schemas.openxmlformats.org/drawingml/2006/main">
              <a:ext uri="{FF2B5EF4-FFF2-40B4-BE49-F238E27FC236}">
                <a16:creationId xmlns:a16="http://schemas.microsoft.com/office/drawing/2014/main" id="{5C63BB93-1415-484F-9CB3-06B06DFF4EA9}"/>
              </a:ext>
            </a:extLst>
          </p:cNvPr>
          <p:cNvSpPr>
            <a:spLocks xmlns:a="http://schemas.openxmlformats.org/drawingml/2006/main" noGrp="1"/>
          </p:cNvSpPr>
          <p:nvPr/>
        </p:nvSpPr>
        <p:spPr>
          <a:xfrm xmlns:a="http://schemas.openxmlformats.org/drawingml/2006/main">
            <a:off x="3409950" y="1400174"/>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Help Outdoor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Communities</a:t>
            </a:r>
            <a:endParaRPr sz="1400" b="0" i="0" u="none" strike="noStrike" cap="none">
              <a:solidFill>
                <a:srgbClr val="000000"/>
              </a:solidFill>
              <a:latin typeface="Arial"/>
              <a:ea typeface="Arial"/>
              <a:cs typeface="Arial"/>
            </a:endParaRPr>
          </a:p>
        </p:txBody>
      </p:sp>
      <p:sp>
        <p:nvSpPr>
          <p:cNvPr id="539" name="Google Shape;539;p6">
            <a:extLst xmlns:a="http://schemas.openxmlformats.org/drawingml/2006/main">
              <a:ext uri="{FF2B5EF4-FFF2-40B4-BE49-F238E27FC236}">
                <a16:creationId xmlns:a16="http://schemas.microsoft.com/office/drawing/2014/main" id="{1AB8B39E-CFE3-46EF-8977-44A8A6FB77D6}"/>
              </a:ext>
            </a:extLst>
          </p:cNvPr>
          <p:cNvSpPr>
            <a:spLocks xmlns:a="http://schemas.openxmlformats.org/drawingml/2006/main" noGrp="1"/>
          </p:cNvSpPr>
          <p:nvPr/>
        </p:nvSpPr>
        <p:spPr>
          <a:xfrm xmlns:a="http://schemas.openxmlformats.org/drawingml/2006/main">
            <a:off x="3409950" y="1981199"/>
            <a:ext cx="260985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Give local guidance to farmers, schools and outdoor workers.</a:t>
            </a:r>
            <a:endParaRPr sz="1400" b="0" i="0" u="none" strike="noStrike" cap="none">
              <a:solidFill>
                <a:srgbClr val="000000"/>
              </a:solidFill>
              <a:latin typeface="Arial"/>
              <a:ea typeface="Arial"/>
              <a:cs typeface="Arial"/>
            </a:endParaRPr>
          </a:p>
        </p:txBody>
      </p:sp>
      <p:sp>
        <p:nvSpPr>
          <p:cNvPr id="540" name="Google Shape;540;p6">
            <a:extLst xmlns:a="http://schemas.openxmlformats.org/drawingml/2006/main">
              <a:ext uri="{FF2B5EF4-FFF2-40B4-BE49-F238E27FC236}">
                <a16:creationId xmlns:a16="http://schemas.microsoft.com/office/drawing/2014/main" id="{DFE5967B-EBD7-4EEB-8A76-DAC54E20D53C}"/>
              </a:ext>
            </a:extLst>
          </p:cNvPr>
          <p:cNvSpPr>
            <a:spLocks xmlns:a="http://schemas.openxmlformats.org/drawingml/2006/main" noGrp="1"/>
          </p:cNvSpPr>
          <p:nvPr/>
        </p:nvSpPr>
        <p:spPr>
          <a:xfrm xmlns:a="http://schemas.openxmlformats.org/drawingml/2006/main">
            <a:off x="3409950" y="2847975"/>
            <a:ext cx="260985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Aim for more preparation time, subject to verified skill.</a:t>
            </a:r>
            <a:endParaRPr sz="1400" b="0" i="0" u="none" strike="noStrike" cap="none">
              <a:solidFill>
                <a:srgbClr val="000000"/>
              </a:solidFill>
              <a:latin typeface="Arial"/>
              <a:ea typeface="Arial"/>
              <a:cs typeface="Arial"/>
            </a:endParaRPr>
          </a:p>
        </p:txBody>
      </p:sp>
      <p:sp>
        <p:nvSpPr>
          <p:cNvPr id="541" name="Google Shape;541;p6">
            <a:extLst xmlns:a="http://schemas.openxmlformats.org/drawingml/2006/main">
              <a:ext uri="{FF2B5EF4-FFF2-40B4-BE49-F238E27FC236}">
                <a16:creationId xmlns:a16="http://schemas.microsoft.com/office/drawing/2014/main" id="{85A7D1A0-07CD-4B45-A99B-9574AE2FC112}"/>
              </a:ext>
            </a:extLst>
          </p:cNvPr>
          <p:cNvSpPr>
            <a:spLocks xmlns:a="http://schemas.openxmlformats.org/drawingml/2006/main" noGrp="1"/>
          </p:cNvSpPr>
          <p:nvPr/>
        </p:nvSpPr>
        <p:spPr>
          <a:xfrm xmlns:a="http://schemas.openxmlformats.org/drawingml/2006/main">
            <a:off x="285750" y="3790950"/>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42" name="Google Shape;542;p6">
            <a:extLst xmlns:a="http://schemas.openxmlformats.org/drawingml/2006/main">
              <a:ext uri="{FF2B5EF4-FFF2-40B4-BE49-F238E27FC236}">
                <a16:creationId xmlns:a16="http://schemas.microsoft.com/office/drawing/2014/main" id="{1B03E735-A38F-426F-9047-10FDC225C70C}"/>
              </a:ext>
            </a:extLst>
          </p:cNvPr>
          <p:cNvSpPr>
            <a:spLocks xmlns:a="http://schemas.openxmlformats.org/drawingml/2006/main" noGrp="1"/>
          </p:cNvSpPr>
          <p:nvPr/>
        </p:nvSpPr>
        <p:spPr>
          <a:xfrm xmlns:a="http://schemas.openxmlformats.org/drawingml/2006/main">
            <a:off x="419100" y="3886199"/>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Reuse Observing</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Networks</a:t>
            </a:r>
            <a:endParaRPr sz="1400" b="0" i="0" u="none" strike="noStrike" cap="none">
              <a:solidFill>
                <a:srgbClr val="000000"/>
              </a:solidFill>
              <a:latin typeface="Arial"/>
              <a:ea typeface="Arial"/>
              <a:cs typeface="Arial"/>
            </a:endParaRPr>
          </a:p>
        </p:txBody>
      </p:sp>
      <p:sp>
        <p:nvSpPr>
          <p:cNvPr id="543" name="Google Shape;543;p6">
            <a:extLst xmlns:a="http://schemas.openxmlformats.org/drawingml/2006/main">
              <a:ext uri="{FF2B5EF4-FFF2-40B4-BE49-F238E27FC236}">
                <a16:creationId xmlns:a16="http://schemas.microsoft.com/office/drawing/2014/main" id="{CE5D422D-B2AD-4FE0-8478-BA798A78321B}"/>
              </a:ext>
            </a:extLst>
          </p:cNvPr>
          <p:cNvSpPr>
            <a:spLocks xmlns:a="http://schemas.openxmlformats.org/drawingml/2006/main" noGrp="1"/>
          </p:cNvSpPr>
          <p:nvPr/>
        </p:nvSpPr>
        <p:spPr>
          <a:xfrm xmlns:a="http://schemas.openxmlformats.org/drawingml/2006/main">
            <a:off x="419100" y="4467225"/>
            <a:ext cx="2610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Combine existing radar, satellite and station data.</a:t>
            </a:r>
            <a:endParaRPr sz="1400" b="0" i="0" u="none" strike="noStrike" cap="none">
              <a:solidFill>
                <a:srgbClr val="000000"/>
              </a:solidFill>
              <a:latin typeface="Arial"/>
              <a:ea typeface="Arial"/>
              <a:cs typeface="Arial"/>
            </a:endParaRPr>
          </a:p>
        </p:txBody>
      </p:sp>
      <p:sp>
        <p:nvSpPr>
          <p:cNvPr id="544" name="Google Shape;544;p6">
            <a:extLst xmlns:a="http://schemas.openxmlformats.org/drawingml/2006/main">
              <a:ext uri="{FF2B5EF4-FFF2-40B4-BE49-F238E27FC236}">
                <a16:creationId xmlns:a16="http://schemas.microsoft.com/office/drawing/2014/main" id="{DCA02C6E-5D27-41ED-92A6-75AEF6973120}"/>
              </a:ext>
            </a:extLst>
          </p:cNvPr>
          <p:cNvSpPr>
            <a:spLocks xmlns:a="http://schemas.openxmlformats.org/drawingml/2006/main" noGrp="1"/>
          </p:cNvSpPr>
          <p:nvPr/>
        </p:nvSpPr>
        <p:spPr>
          <a:xfrm xmlns:a="http://schemas.openxmlformats.org/drawingml/2006/main">
            <a:off x="419100" y="5288643"/>
            <a:ext cx="2610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A regional pilot can share data and compute resources.</a:t>
            </a:r>
            <a:endParaRPr sz="1400" b="0" i="0" u="none" strike="noStrike" cap="none">
              <a:solidFill>
                <a:srgbClr val="000000"/>
              </a:solidFill>
              <a:latin typeface="Arial"/>
              <a:ea typeface="Arial"/>
              <a:cs typeface="Arial"/>
            </a:endParaRPr>
          </a:p>
        </p:txBody>
      </p:sp>
      <p:sp>
        <p:nvSpPr>
          <p:cNvPr id="545" name="Google Shape;545;p6">
            <a:extLst xmlns:a="http://schemas.openxmlformats.org/drawingml/2006/main">
              <a:ext uri="{FF2B5EF4-FFF2-40B4-BE49-F238E27FC236}">
                <a16:creationId xmlns:a16="http://schemas.microsoft.com/office/drawing/2014/main" id="{834294B2-874D-4BD9-AD2A-AC0F76DC53D9}"/>
              </a:ext>
            </a:extLst>
          </p:cNvPr>
          <p:cNvSpPr>
            <a:spLocks xmlns:a="http://schemas.openxmlformats.org/drawingml/2006/main" noGrp="1"/>
          </p:cNvSpPr>
          <p:nvPr/>
        </p:nvSpPr>
        <p:spPr>
          <a:xfrm xmlns:a="http://schemas.openxmlformats.org/drawingml/2006/main">
            <a:off x="3276600" y="3790950"/>
            <a:ext cx="2876550" cy="2362200"/>
          </a:xfrm>
          <a:prstGeom xmlns:a="http://schemas.openxmlformats.org/drawingml/2006/main" prst="rect">
            <a:avLst/>
          </a:prstGeom>
          <a:solidFill xmlns:a="http://schemas.openxmlformats.org/drawingml/2006/main">
            <a:srgbClr val="F2F2F2"/>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46" name="Google Shape;546;p6">
            <a:extLst xmlns:a="http://schemas.openxmlformats.org/drawingml/2006/main">
              <a:ext uri="{FF2B5EF4-FFF2-40B4-BE49-F238E27FC236}">
                <a16:creationId xmlns:a16="http://schemas.microsoft.com/office/drawing/2014/main" id="{51718704-AC3D-4EBD-8FA4-76CA7256B3A6}"/>
              </a:ext>
            </a:extLst>
          </p:cNvPr>
          <p:cNvSpPr>
            <a:spLocks xmlns:a="http://schemas.openxmlformats.org/drawingml/2006/main" noGrp="1"/>
          </p:cNvSpPr>
          <p:nvPr/>
        </p:nvSpPr>
        <p:spPr>
          <a:xfrm xmlns:a="http://schemas.openxmlformats.org/drawingml/2006/main">
            <a:off x="3409950" y="3886199"/>
            <a:ext cx="2609850" cy="48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Improve Local</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72BC"/>
              </a:buClr>
              <a:buSzPts val="1600"/>
              <a:buFont typeface="Arial"/>
              <a:buNone/>
            </a:pPr>
            <a:r>
              <a:rPr sz="1600" b="1" i="0" u="none" strike="noStrike" cap="none">
                <a:solidFill>
                  <a:srgbClr val="0072BC"/>
                </a:solidFill>
                <a:latin typeface="Arial"/>
                <a:ea typeface="Arial"/>
                <a:cs typeface="Arial"/>
              </a:rPr>
              <a:t>Preparedness</a:t>
            </a:r>
            <a:endParaRPr sz="1400" b="0" i="0" u="none" strike="noStrike" cap="none">
              <a:solidFill>
                <a:srgbClr val="000000"/>
              </a:solidFill>
              <a:latin typeface="Arial"/>
              <a:ea typeface="Arial"/>
              <a:cs typeface="Arial"/>
            </a:endParaRPr>
          </a:p>
        </p:txBody>
      </p:sp>
      <p:sp>
        <p:nvSpPr>
          <p:cNvPr id="547" name="Google Shape;547;p6">
            <a:extLst xmlns:a="http://schemas.openxmlformats.org/drawingml/2006/main">
              <a:ext uri="{FF2B5EF4-FFF2-40B4-BE49-F238E27FC236}">
                <a16:creationId xmlns:a16="http://schemas.microsoft.com/office/drawing/2014/main" id="{F68A6352-C419-4797-96E5-72ABA4FF84BF}"/>
              </a:ext>
            </a:extLst>
          </p:cNvPr>
          <p:cNvSpPr>
            <a:spLocks xmlns:a="http://schemas.openxmlformats.org/drawingml/2006/main" noGrp="1"/>
          </p:cNvSpPr>
          <p:nvPr/>
        </p:nvSpPr>
        <p:spPr>
          <a:xfrm xmlns:a="http://schemas.openxmlformats.org/drawingml/2006/main">
            <a:off x="3409950" y="4467225"/>
            <a:ext cx="260985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Potential impact:</a:t>
            </a:r>
            <a:r>
              <a:rPr sz="1400" b="0" i="0" u="none" strike="noStrike" cap="none">
                <a:solidFill>
                  <a:srgbClr val="172534"/>
                </a:solidFill>
                <a:latin typeface="Arial"/>
                <a:ea typeface="Arial"/>
                <a:cs typeface="Arial"/>
              </a:rPr>
              <a:t> Show the place, onset window and alert expiry.</a:t>
            </a:r>
            <a:endParaRPr sz="1400" b="0" i="0" u="none" strike="noStrike" cap="none">
              <a:solidFill>
                <a:srgbClr val="000000"/>
              </a:solidFill>
              <a:latin typeface="Arial"/>
              <a:ea typeface="Arial"/>
              <a:cs typeface="Arial"/>
            </a:endParaRPr>
          </a:p>
        </p:txBody>
      </p:sp>
      <p:sp>
        <p:nvSpPr>
          <p:cNvPr id="548" name="Google Shape;548;p6">
            <a:extLst xmlns:a="http://schemas.openxmlformats.org/drawingml/2006/main">
              <a:ext uri="{FF2B5EF4-FFF2-40B4-BE49-F238E27FC236}">
                <a16:creationId xmlns:a16="http://schemas.microsoft.com/office/drawing/2014/main" id="{27B9CCA8-6E15-49B1-84D6-C93BEFB45730}"/>
              </a:ext>
            </a:extLst>
          </p:cNvPr>
          <p:cNvSpPr>
            <a:spLocks xmlns:a="http://schemas.openxmlformats.org/drawingml/2006/main" noGrp="1"/>
          </p:cNvSpPr>
          <p:nvPr/>
        </p:nvSpPr>
        <p:spPr>
          <a:xfrm xmlns:a="http://schemas.openxmlformats.org/drawingml/2006/main">
            <a:off x="3406321" y="5235121"/>
            <a:ext cx="2610002"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Benefit:</a:t>
            </a:r>
            <a:r>
              <a:rPr sz="1400" b="0" i="0" u="none" strike="noStrike" cap="none">
                <a:solidFill>
                  <a:srgbClr val="172534"/>
                </a:solidFill>
                <a:latin typeface="Arial"/>
                <a:ea typeface="Arial"/>
                <a:cs typeface="Arial"/>
              </a:rPr>
              <a:t> Local language speech and reviewed feedback improve access.</a:t>
            </a:r>
            <a:endParaRPr sz="1400" b="0" i="0" u="none" strike="noStrike" cap="none">
              <a:solidFill>
                <a:srgbClr val="000000"/>
              </a:solidFill>
              <a:latin typeface="Arial"/>
              <a:ea typeface="Arial"/>
              <a:cs typeface="Arial"/>
            </a:endParaRPr>
          </a:p>
        </p:txBody>
      </p:sp>
      <p:sp>
        <p:nvSpPr>
          <p:cNvPr id="549" name="Google Shape;549;p6">
            <a:extLst xmlns:a="http://schemas.openxmlformats.org/drawingml/2006/main">
              <a:ext uri="{FF2B5EF4-FFF2-40B4-BE49-F238E27FC236}">
                <a16:creationId xmlns:a16="http://schemas.microsoft.com/office/drawing/2014/main" id="{6C308EAB-E7CF-41BF-A27F-C2AD01508264}"/>
              </a:ext>
            </a:extLst>
          </p:cNvPr>
          <p:cNvSpPr>
            <a:spLocks xmlns:a="http://schemas.openxmlformats.org/drawingml/2006/main" noGrp="1"/>
          </p:cNvSpPr>
          <p:nvPr/>
        </p:nvSpPr>
        <p:spPr>
          <a:xfrm xmlns:a="http://schemas.openxmlformats.org/drawingml/2006/main">
            <a:off x="6362700" y="1314450"/>
            <a:ext cx="180975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300"/>
              <a:buFont typeface="Arial"/>
              <a:buNone/>
            </a:pPr>
            <a:r>
              <a:rPr sz="1300" b="1" i="0" u="none" strike="noStrike" cap="none">
                <a:solidFill>
                  <a:srgbClr val="214E83"/>
                </a:solidFill>
                <a:latin typeface="Arial"/>
                <a:ea typeface="Arial"/>
                <a:cs typeface="Arial"/>
              </a:rPr>
              <a:t>Observations</a:t>
            </a:r>
            <a:endParaRPr sz="1400" b="0" i="0" u="none" strike="noStrike" cap="none">
              <a:solidFill>
                <a:srgbClr val="000000"/>
              </a:solidFill>
              <a:latin typeface="Arial"/>
              <a:ea typeface="Arial"/>
              <a:cs typeface="Arial"/>
            </a:endParaRPr>
          </a:p>
        </p:txBody>
      </p:sp>
      <p:sp>
        <p:nvSpPr>
          <p:cNvPr id="550" name="Google Shape;550;p6">
            <a:extLst xmlns:a="http://schemas.openxmlformats.org/drawingml/2006/main">
              <a:ext uri="{FF2B5EF4-FFF2-40B4-BE49-F238E27FC236}">
                <a16:creationId xmlns:a16="http://schemas.microsoft.com/office/drawing/2014/main" id="{C6EB5647-EC98-4940-9031-660BF9402948}"/>
              </a:ext>
            </a:extLst>
          </p:cNvPr>
          <p:cNvSpPr>
            <a:spLocks xmlns:a="http://schemas.openxmlformats.org/drawingml/2006/main" noGrp="1"/>
          </p:cNvSpPr>
          <p:nvPr/>
        </p:nvSpPr>
        <p:spPr>
          <a:xfrm xmlns:a="http://schemas.openxmlformats.org/drawingml/2006/main">
            <a:off x="6362700" y="24479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Radar + INSAT</a:t>
            </a:r>
            <a:endParaRPr sz="1400" b="0" i="0" u="none" strike="noStrike" cap="none">
              <a:solidFill>
                <a:srgbClr val="000000"/>
              </a:solidFill>
              <a:latin typeface="Arial"/>
              <a:ea typeface="Arial"/>
              <a:cs typeface="Arial"/>
            </a:endParaRPr>
          </a:p>
        </p:txBody>
      </p:sp>
      <p:sp>
        <p:nvSpPr>
          <p:cNvPr id="551" name="Google Shape;551;p6">
            <a:extLst xmlns:a="http://schemas.openxmlformats.org/drawingml/2006/main">
              <a:ext uri="{FF2B5EF4-FFF2-40B4-BE49-F238E27FC236}">
                <a16:creationId xmlns:a16="http://schemas.microsoft.com/office/drawing/2014/main" id="{262FC8D5-D62D-4BBD-83B9-F229C9D39EF6}"/>
              </a:ext>
            </a:extLst>
          </p:cNvPr>
          <p:cNvSpPr>
            <a:spLocks xmlns:a="http://schemas.openxmlformats.org/drawingml/2006/main" noGrp="1"/>
          </p:cNvSpPr>
          <p:nvPr/>
        </p:nvSpPr>
        <p:spPr>
          <a:xfrm xmlns:a="http://schemas.openxmlformats.org/drawingml/2006/main">
            <a:off x="6362700" y="26574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Lightning labels</a:t>
            </a:r>
            <a:endParaRPr sz="1400" b="0" i="0" u="none" strike="noStrike" cap="none">
              <a:solidFill>
                <a:srgbClr val="000000"/>
              </a:solidFill>
              <a:latin typeface="Arial"/>
              <a:ea typeface="Arial"/>
              <a:cs typeface="Arial"/>
            </a:endParaRPr>
          </a:p>
        </p:txBody>
      </p:sp>
      <p:sp>
        <p:nvSpPr>
          <p:cNvPr id="552" name="Google Shape;552;p6">
            <a:extLst xmlns:a="http://schemas.openxmlformats.org/drawingml/2006/main">
              <a:ext uri="{FF2B5EF4-FFF2-40B4-BE49-F238E27FC236}">
                <a16:creationId xmlns:a16="http://schemas.microsoft.com/office/drawing/2014/main" id="{2C8D2C75-109D-46FF-ABA7-09CB42D882C8}"/>
              </a:ext>
            </a:extLst>
          </p:cNvPr>
          <p:cNvSpPr>
            <a:spLocks xmlns:a="http://schemas.openxmlformats.org/drawingml/2006/main" noGrp="1"/>
          </p:cNvSpPr>
          <p:nvPr/>
        </p:nvSpPr>
        <p:spPr>
          <a:xfrm xmlns:a="http://schemas.openxmlformats.org/drawingml/2006/main">
            <a:off x="6362700" y="28670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Rain gauges</a:t>
            </a:r>
            <a:endParaRPr sz="1400" b="0" i="0" u="none" strike="noStrike" cap="none">
              <a:solidFill>
                <a:srgbClr val="000000"/>
              </a:solidFill>
              <a:latin typeface="Arial"/>
              <a:ea typeface="Arial"/>
              <a:cs typeface="Arial"/>
            </a:endParaRPr>
          </a:p>
        </p:txBody>
      </p:sp>
      <p:sp>
        <p:nvSpPr>
          <p:cNvPr id="553" name="Google Shape;553;p6">
            <a:extLst xmlns:a="http://schemas.openxmlformats.org/drawingml/2006/main">
              <a:ext uri="{FF2B5EF4-FFF2-40B4-BE49-F238E27FC236}">
                <a16:creationId xmlns:a16="http://schemas.microsoft.com/office/drawing/2014/main" id="{22A95B12-CDB6-4BCD-89A2-DF1FE812C5C2}"/>
              </a:ext>
            </a:extLst>
          </p:cNvPr>
          <p:cNvSpPr>
            <a:spLocks xmlns:a="http://schemas.openxmlformats.org/drawingml/2006/main" noGrp="1"/>
          </p:cNvSpPr>
          <p:nvPr/>
        </p:nvSpPr>
        <p:spPr>
          <a:xfrm xmlns:a="http://schemas.openxmlformats.org/drawingml/2006/main">
            <a:off x="6362700" y="30765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Time + coverage</a:t>
            </a:r>
            <a:endParaRPr sz="1400" b="0" i="0" u="none" strike="noStrike" cap="none">
              <a:solidFill>
                <a:srgbClr val="000000"/>
              </a:solidFill>
              <a:latin typeface="Arial"/>
              <a:ea typeface="Arial"/>
              <a:cs typeface="Arial"/>
            </a:endParaRPr>
          </a:p>
        </p:txBody>
      </p:sp>
      <p:sp>
        <p:nvSpPr>
          <p:cNvPr id="554" name="Google Shape;554;p6">
            <a:extLst xmlns:a="http://schemas.openxmlformats.org/drawingml/2006/main">
              <a:ext uri="{FF2B5EF4-FFF2-40B4-BE49-F238E27FC236}">
                <a16:creationId xmlns:a16="http://schemas.microsoft.com/office/drawing/2014/main" id="{E25018CF-F276-49B9-8A62-66FEFF845081}"/>
              </a:ext>
            </a:extLst>
          </p:cNvPr>
          <p:cNvSpPr>
            <a:spLocks xmlns:a="http://schemas.openxmlformats.org/drawingml/2006/main" noGrp="1"/>
          </p:cNvSpPr>
          <p:nvPr/>
        </p:nvSpPr>
        <p:spPr>
          <a:xfrm xmlns:a="http://schemas.openxmlformats.org/drawingml/2006/main">
            <a:off x="8229600" y="1314450"/>
            <a:ext cx="180975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7D83"/>
              </a:buClr>
              <a:buSzPts val="1300"/>
              <a:buFont typeface="Arial"/>
              <a:buNone/>
            </a:pPr>
            <a:r>
              <a:rPr sz="1300" b="1" i="0" u="none" strike="noStrike" cap="none">
                <a:solidFill>
                  <a:srgbClr val="147D83"/>
                </a:solidFill>
                <a:latin typeface="Arial"/>
                <a:ea typeface="Arial"/>
                <a:cs typeface="Arial"/>
              </a:rPr>
              <a:t>VAJRA</a:t>
            </a:r>
            <a:endParaRPr sz="1400" b="0" i="0" u="none" strike="noStrike" cap="none">
              <a:solidFill>
                <a:srgbClr val="000000"/>
              </a:solidFill>
              <a:latin typeface="Arial"/>
              <a:ea typeface="Arial"/>
              <a:cs typeface="Arial"/>
            </a:endParaRPr>
          </a:p>
        </p:txBody>
      </p:sp>
      <p:sp>
        <p:nvSpPr>
          <p:cNvPr id="555" name="Google Shape;555;p6">
            <a:extLst xmlns:a="http://schemas.openxmlformats.org/drawingml/2006/main">
              <a:ext uri="{FF2B5EF4-FFF2-40B4-BE49-F238E27FC236}">
                <a16:creationId xmlns:a16="http://schemas.microsoft.com/office/drawing/2014/main" id="{EC38A1E1-2F48-4413-9632-13EC0EF6B6CB}"/>
              </a:ext>
            </a:extLst>
          </p:cNvPr>
          <p:cNvSpPr>
            <a:spLocks xmlns:a="http://schemas.openxmlformats.org/drawingml/2006/main" noGrp="1"/>
          </p:cNvSpPr>
          <p:nvPr/>
        </p:nvSpPr>
        <p:spPr>
          <a:xfrm xmlns:a="http://schemas.openxmlformats.org/drawingml/2006/main">
            <a:off x="8229600" y="24479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Temporal model</a:t>
            </a:r>
            <a:endParaRPr sz="1400" b="0" i="0" u="none" strike="noStrike" cap="none">
              <a:solidFill>
                <a:srgbClr val="000000"/>
              </a:solidFill>
              <a:latin typeface="Arial"/>
              <a:ea typeface="Arial"/>
              <a:cs typeface="Arial"/>
            </a:endParaRPr>
          </a:p>
        </p:txBody>
      </p:sp>
      <p:sp>
        <p:nvSpPr>
          <p:cNvPr id="556" name="Google Shape;556;p6">
            <a:extLst xmlns:a="http://schemas.openxmlformats.org/drawingml/2006/main">
              <a:ext uri="{FF2B5EF4-FFF2-40B4-BE49-F238E27FC236}">
                <a16:creationId xmlns:a16="http://schemas.microsoft.com/office/drawing/2014/main" id="{47665ABF-EFCA-4A8E-8BCA-F5E9505E67F3}"/>
              </a:ext>
            </a:extLst>
          </p:cNvPr>
          <p:cNvSpPr>
            <a:spLocks xmlns:a="http://schemas.openxmlformats.org/drawingml/2006/main" noGrp="1"/>
          </p:cNvSpPr>
          <p:nvPr/>
        </p:nvSpPr>
        <p:spPr>
          <a:xfrm xmlns:a="http://schemas.openxmlformats.org/drawingml/2006/main">
            <a:off x="8229600" y="26574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Risk + timing</a:t>
            </a:r>
            <a:endParaRPr sz="1400" b="0" i="0" u="none" strike="noStrike" cap="none">
              <a:solidFill>
                <a:srgbClr val="000000"/>
              </a:solidFill>
              <a:latin typeface="Arial"/>
              <a:ea typeface="Arial"/>
              <a:cs typeface="Arial"/>
            </a:endParaRPr>
          </a:p>
        </p:txBody>
      </p:sp>
      <p:sp>
        <p:nvSpPr>
          <p:cNvPr id="557" name="Google Shape;557;p6">
            <a:extLst xmlns:a="http://schemas.openxmlformats.org/drawingml/2006/main">
              <a:ext uri="{FF2B5EF4-FFF2-40B4-BE49-F238E27FC236}">
                <a16:creationId xmlns:a16="http://schemas.microsoft.com/office/drawing/2014/main" id="{444454C6-56DF-4CBB-AEEF-6B4AA4641EFA}"/>
              </a:ext>
            </a:extLst>
          </p:cNvPr>
          <p:cNvSpPr>
            <a:spLocks xmlns:a="http://schemas.openxmlformats.org/drawingml/2006/main" noGrp="1"/>
          </p:cNvSpPr>
          <p:nvPr/>
        </p:nvSpPr>
        <p:spPr>
          <a:xfrm xmlns:a="http://schemas.openxmlformats.org/drawingml/2006/main">
            <a:off x="8229600" y="28670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Quality masks</a:t>
            </a:r>
            <a:endParaRPr sz="1400" b="0" i="0" u="none" strike="noStrike" cap="none">
              <a:solidFill>
                <a:srgbClr val="000000"/>
              </a:solidFill>
              <a:latin typeface="Arial"/>
              <a:ea typeface="Arial"/>
              <a:cs typeface="Arial"/>
            </a:endParaRPr>
          </a:p>
        </p:txBody>
      </p:sp>
      <p:sp>
        <p:nvSpPr>
          <p:cNvPr id="558" name="Google Shape;558;p6">
            <a:extLst xmlns:a="http://schemas.openxmlformats.org/drawingml/2006/main">
              <a:ext uri="{FF2B5EF4-FFF2-40B4-BE49-F238E27FC236}">
                <a16:creationId xmlns:a16="http://schemas.microsoft.com/office/drawing/2014/main" id="{214299BE-4ED4-4658-8180-F52EF20EA3E8}"/>
              </a:ext>
            </a:extLst>
          </p:cNvPr>
          <p:cNvSpPr>
            <a:spLocks xmlns:a="http://schemas.openxmlformats.org/drawingml/2006/main" noGrp="1"/>
          </p:cNvSpPr>
          <p:nvPr/>
        </p:nvSpPr>
        <p:spPr>
          <a:xfrm xmlns:a="http://schemas.openxmlformats.org/drawingml/2006/main">
            <a:off x="8229600" y="30765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Measured skill</a:t>
            </a:r>
            <a:endParaRPr sz="1400" b="0" i="0" u="none" strike="noStrike" cap="none">
              <a:solidFill>
                <a:srgbClr val="000000"/>
              </a:solidFill>
              <a:latin typeface="Arial"/>
              <a:ea typeface="Arial"/>
              <a:cs typeface="Arial"/>
            </a:endParaRPr>
          </a:p>
        </p:txBody>
      </p:sp>
      <p:sp>
        <p:nvSpPr>
          <p:cNvPr id="559" name="Google Shape;559;p6">
            <a:extLst xmlns:a="http://schemas.openxmlformats.org/drawingml/2006/main">
              <a:ext uri="{FF2B5EF4-FFF2-40B4-BE49-F238E27FC236}">
                <a16:creationId xmlns:a16="http://schemas.microsoft.com/office/drawing/2014/main" id="{ED665BD4-31FA-4FDE-82E9-8F1207E5B57C}"/>
              </a:ext>
            </a:extLst>
          </p:cNvPr>
          <p:cNvSpPr>
            <a:spLocks xmlns:a="http://schemas.openxmlformats.org/drawingml/2006/main" noGrp="1"/>
          </p:cNvSpPr>
          <p:nvPr/>
        </p:nvSpPr>
        <p:spPr>
          <a:xfrm xmlns:a="http://schemas.openxmlformats.org/drawingml/2006/main">
            <a:off x="10096500" y="1314450"/>
            <a:ext cx="180975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300"/>
              <a:buFont typeface="Arial"/>
              <a:buNone/>
            </a:pPr>
            <a:r>
              <a:rPr sz="1300" b="1" i="0" u="none" strike="noStrike" cap="none">
                <a:solidFill>
                  <a:srgbClr val="214E83"/>
                </a:solidFill>
                <a:latin typeface="Arial"/>
                <a:ea typeface="Arial"/>
                <a:cs typeface="Arial"/>
              </a:rPr>
              <a:t>Public guidance</a:t>
            </a:r>
            <a:endParaRPr sz="1400" b="0" i="0" u="none" strike="noStrike" cap="none">
              <a:solidFill>
                <a:srgbClr val="000000"/>
              </a:solidFill>
              <a:latin typeface="Arial"/>
              <a:ea typeface="Arial"/>
              <a:cs typeface="Arial"/>
            </a:endParaRPr>
          </a:p>
        </p:txBody>
      </p:sp>
      <p:sp>
        <p:nvSpPr>
          <p:cNvPr id="560" name="Google Shape;560;p6">
            <a:extLst xmlns:a="http://schemas.openxmlformats.org/drawingml/2006/main">
              <a:ext uri="{FF2B5EF4-FFF2-40B4-BE49-F238E27FC236}">
                <a16:creationId xmlns:a16="http://schemas.microsoft.com/office/drawing/2014/main" id="{3C2B59BB-C06C-4C27-93D2-2AFAF5A3A609}"/>
              </a:ext>
            </a:extLst>
          </p:cNvPr>
          <p:cNvSpPr>
            <a:spLocks xmlns:a="http://schemas.openxmlformats.org/drawingml/2006/main" noGrp="1"/>
          </p:cNvSpPr>
          <p:nvPr/>
        </p:nvSpPr>
        <p:spPr>
          <a:xfrm xmlns:a="http://schemas.openxmlformats.org/drawingml/2006/main">
            <a:off x="10096500" y="24479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Officer approval</a:t>
            </a:r>
            <a:endParaRPr sz="1400" b="0" i="0" u="none" strike="noStrike" cap="none">
              <a:solidFill>
                <a:srgbClr val="000000"/>
              </a:solidFill>
              <a:latin typeface="Arial"/>
              <a:ea typeface="Arial"/>
              <a:cs typeface="Arial"/>
            </a:endParaRPr>
          </a:p>
        </p:txBody>
      </p:sp>
      <p:sp>
        <p:nvSpPr>
          <p:cNvPr id="561" name="Google Shape;561;p6">
            <a:extLst xmlns:a="http://schemas.openxmlformats.org/drawingml/2006/main">
              <a:ext uri="{FF2B5EF4-FFF2-40B4-BE49-F238E27FC236}">
                <a16:creationId xmlns:a16="http://schemas.microsoft.com/office/drawing/2014/main" id="{78C4D322-6BB4-44A7-BC6B-A2FE2E747579}"/>
              </a:ext>
            </a:extLst>
          </p:cNvPr>
          <p:cNvSpPr>
            <a:spLocks xmlns:a="http://schemas.openxmlformats.org/drawingml/2006/main" noGrp="1"/>
          </p:cNvSpPr>
          <p:nvPr/>
        </p:nvSpPr>
        <p:spPr>
          <a:xfrm xmlns:a="http://schemas.openxmlformats.org/drawingml/2006/main">
            <a:off x="10096500" y="26574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Local language</a:t>
            </a:r>
            <a:endParaRPr sz="1400" b="0" i="0" u="none" strike="noStrike" cap="none">
              <a:solidFill>
                <a:srgbClr val="000000"/>
              </a:solidFill>
              <a:latin typeface="Arial"/>
              <a:ea typeface="Arial"/>
              <a:cs typeface="Arial"/>
            </a:endParaRPr>
          </a:p>
        </p:txBody>
      </p:sp>
      <p:sp>
        <p:nvSpPr>
          <p:cNvPr id="562" name="Google Shape;562;p6">
            <a:extLst xmlns:a="http://schemas.openxmlformats.org/drawingml/2006/main">
              <a:ext uri="{FF2B5EF4-FFF2-40B4-BE49-F238E27FC236}">
                <a16:creationId xmlns:a16="http://schemas.microsoft.com/office/drawing/2014/main" id="{24613809-1EB9-4888-BBEC-CE84176F9EA0}"/>
              </a:ext>
            </a:extLst>
          </p:cNvPr>
          <p:cNvSpPr>
            <a:spLocks xmlns:a="http://schemas.openxmlformats.org/drawingml/2006/main" noGrp="1"/>
          </p:cNvSpPr>
          <p:nvPr/>
        </p:nvSpPr>
        <p:spPr>
          <a:xfrm xmlns:a="http://schemas.openxmlformats.org/drawingml/2006/main">
            <a:off x="10096500" y="286702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Clear expiry</a:t>
            </a:r>
            <a:endParaRPr sz="1400" b="0" i="0" u="none" strike="noStrike" cap="none">
              <a:solidFill>
                <a:srgbClr val="000000"/>
              </a:solidFill>
              <a:latin typeface="Arial"/>
              <a:ea typeface="Arial"/>
              <a:cs typeface="Arial"/>
            </a:endParaRPr>
          </a:p>
        </p:txBody>
      </p:sp>
      <p:sp>
        <p:nvSpPr>
          <p:cNvPr id="563" name="Google Shape;563;p6">
            <a:extLst xmlns:a="http://schemas.openxmlformats.org/drawingml/2006/main">
              <a:ext uri="{FF2B5EF4-FFF2-40B4-BE49-F238E27FC236}">
                <a16:creationId xmlns:a16="http://schemas.microsoft.com/office/drawing/2014/main" id="{069C879B-B499-499B-84D9-3DF004D2F18D}"/>
              </a:ext>
            </a:extLst>
          </p:cNvPr>
          <p:cNvSpPr>
            <a:spLocks xmlns:a="http://schemas.openxmlformats.org/drawingml/2006/main" noGrp="1"/>
          </p:cNvSpPr>
          <p:nvPr/>
        </p:nvSpPr>
        <p:spPr>
          <a:xfrm xmlns:a="http://schemas.openxmlformats.org/drawingml/2006/main">
            <a:off x="10096500" y="3076574"/>
            <a:ext cx="182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637"/>
              </a:buClr>
              <a:buSzPts val="1100"/>
              <a:buFont typeface="Arial"/>
              <a:buNone/>
            </a:pPr>
            <a:r>
              <a:rPr sz="1100" b="0" i="0" u="none" strike="noStrike" cap="none">
                <a:solidFill>
                  <a:srgbClr val="172637"/>
                </a:solidFill>
                <a:latin typeface="Arial"/>
                <a:ea typeface="Arial"/>
                <a:cs typeface="Arial"/>
              </a:rPr>
              <a:t>Reviewed reports</a:t>
            </a:r>
            <a:endParaRPr sz="1400" b="0" i="0" u="none" strike="noStrike" cap="none">
              <a:solidFill>
                <a:srgbClr val="000000"/>
              </a:solidFill>
              <a:latin typeface="Arial"/>
              <a:ea typeface="Arial"/>
              <a:cs typeface="Arial"/>
            </a:endParaRPr>
          </a:p>
        </p:txBody>
      </p:sp>
      <p:sp>
        <p:nvSpPr>
          <p:cNvPr id="568" name="Google Shape;568;p6">
            <a:extLst xmlns:a="http://schemas.openxmlformats.org/drawingml/2006/main">
              <a:ext uri="{FF2B5EF4-FFF2-40B4-BE49-F238E27FC236}">
                <a16:creationId xmlns:a16="http://schemas.microsoft.com/office/drawing/2014/main" id="{14F4807F-EB7F-48FD-824D-D6A5844E35B4}"/>
              </a:ext>
            </a:extLst>
          </p:cNvPr>
          <p:cNvSpPr>
            <a:spLocks xmlns:a="http://schemas.openxmlformats.org/drawingml/2006/main" noGrp="1"/>
          </p:cNvSpPr>
          <p:nvPr/>
        </p:nvSpPr>
        <p:spPr>
          <a:xfrm xmlns:a="http://schemas.openxmlformats.org/drawingml/2006/main" rot="0" flipH="0" flipV="0">
            <a:off x="6278850" y="3643176"/>
            <a:ext cx="2454900" cy="297144"/>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69" name="Google Shape;569;p6">
            <a:extLst xmlns:a="http://schemas.openxmlformats.org/drawingml/2006/main">
              <a:ext uri="{FF2B5EF4-FFF2-40B4-BE49-F238E27FC236}">
                <a16:creationId xmlns:a16="http://schemas.microsoft.com/office/drawing/2014/main" id="{55B47004-241F-459F-A350-97AA1E5F90FF}"/>
              </a:ext>
            </a:extLst>
          </p:cNvPr>
          <p:cNvSpPr>
            <a:spLocks xmlns:a="http://schemas.openxmlformats.org/drawingml/2006/main" noGrp="1"/>
          </p:cNvSpPr>
          <p:nvPr/>
        </p:nvSpPr>
        <p:spPr>
          <a:xfrm xmlns:a="http://schemas.openxmlformats.org/drawingml/2006/main" rot="0" flipH="0" flipV="0">
            <a:off x="6285975" y="3610025"/>
            <a:ext cx="2440500" cy="396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30-min forecast target</a:t>
            </a:r>
            <a:endParaRPr sz="1400" b="0" i="0" u="none" strike="noStrike" cap="none">
              <a:solidFill>
                <a:srgbClr val="000000"/>
              </a:solidFill>
              <a:latin typeface="Arial"/>
              <a:ea typeface="Arial"/>
              <a:cs typeface="Arial"/>
            </a:endParaRPr>
          </a:p>
        </p:txBody>
      </p:sp>
      <p:sp>
        <p:nvSpPr>
          <p:cNvPr id="571" name="Google Shape;571;p6">
            <a:extLst xmlns:a="http://schemas.openxmlformats.org/drawingml/2006/main">
              <a:ext uri="{FF2B5EF4-FFF2-40B4-BE49-F238E27FC236}">
                <a16:creationId xmlns:a16="http://schemas.microsoft.com/office/drawing/2014/main" id="{07E7D17C-DD08-4D48-A388-B4584F8ABF35}"/>
              </a:ext>
            </a:extLst>
          </p:cNvPr>
          <p:cNvSpPr>
            <a:spLocks xmlns:a="http://schemas.openxmlformats.org/drawingml/2006/main" noGrp="1"/>
          </p:cNvSpPr>
          <p:nvPr/>
        </p:nvSpPr>
        <p:spPr>
          <a:xfrm xmlns:a="http://schemas.openxmlformats.org/drawingml/2006/main" rot="0" flipH="0" flipV="0">
            <a:off x="6267467" y="4006896"/>
            <a:ext cx="2454902" cy="504902"/>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72" name="Google Shape;572;p6">
            <a:extLst xmlns:a="http://schemas.openxmlformats.org/drawingml/2006/main">
              <a:ext uri="{FF2B5EF4-FFF2-40B4-BE49-F238E27FC236}">
                <a16:creationId xmlns:a16="http://schemas.microsoft.com/office/drawing/2014/main" id="{11520CBD-54F4-4562-B523-B3D63853E83C}"/>
              </a:ext>
            </a:extLst>
          </p:cNvPr>
          <p:cNvSpPr>
            <a:spLocks xmlns:a="http://schemas.openxmlformats.org/drawingml/2006/main" noGrp="1"/>
          </p:cNvSpPr>
          <p:nvPr/>
        </p:nvSpPr>
        <p:spPr>
          <a:xfrm xmlns:a="http://schemas.openxmlformats.org/drawingml/2006/main" rot="0" flipH="0" flipV="0">
            <a:off x="6274604" y="3967628"/>
            <a:ext cx="2440500" cy="609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chemeClr val="dk1"/>
                </a:solidFill>
                <a:highlight>
                  <a:srgbClr val="FFF2CC"/>
                </a:highlight>
                <a:latin typeface="Arial"/>
                <a:ea typeface="Arial"/>
                <a:cs typeface="Arial"/>
              </a:rPr>
              <a:t>6 onset bins</a:t>
            </a:r>
            <a:endParaRPr sz="14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of 5 minutes each</a:t>
            </a:r>
            <a:endParaRPr sz="1400" b="0" i="0" u="none" strike="noStrike" cap="none">
              <a:solidFill>
                <a:srgbClr val="000000"/>
              </a:solidFill>
              <a:latin typeface="Arial"/>
              <a:ea typeface="Arial"/>
              <a:cs typeface="Arial"/>
            </a:endParaRPr>
          </a:p>
        </p:txBody>
      </p:sp>
      <p:sp>
        <p:nvSpPr>
          <p:cNvPr id="574" name="Google Shape;574;p6">
            <a:extLst xmlns:a="http://schemas.openxmlformats.org/drawingml/2006/main">
              <a:ext uri="{FF2B5EF4-FFF2-40B4-BE49-F238E27FC236}">
                <a16:creationId xmlns:a16="http://schemas.microsoft.com/office/drawing/2014/main" id="{08944B2C-8077-48D3-AA5C-2133412837EE}"/>
              </a:ext>
            </a:extLst>
          </p:cNvPr>
          <p:cNvSpPr>
            <a:spLocks xmlns:a="http://schemas.openxmlformats.org/drawingml/2006/main" noGrp="1"/>
          </p:cNvSpPr>
          <p:nvPr/>
        </p:nvSpPr>
        <p:spPr>
          <a:xfrm xmlns:a="http://schemas.openxmlformats.org/drawingml/2006/main" rot="0" flipH="0" flipV="0">
            <a:off x="6267450" y="4591193"/>
            <a:ext cx="2531249" cy="435477"/>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75" name="Google Shape;575;p6">
            <a:extLst xmlns:a="http://schemas.openxmlformats.org/drawingml/2006/main">
              <a:ext uri="{FF2B5EF4-FFF2-40B4-BE49-F238E27FC236}">
                <a16:creationId xmlns:a16="http://schemas.microsoft.com/office/drawing/2014/main" id="{EA5903CF-F32C-4480-804E-84289CAF90E5}"/>
              </a:ext>
            </a:extLst>
          </p:cNvPr>
          <p:cNvSpPr>
            <a:spLocks xmlns:a="http://schemas.openxmlformats.org/drawingml/2006/main" noGrp="1"/>
          </p:cNvSpPr>
          <p:nvPr/>
        </p:nvSpPr>
        <p:spPr>
          <a:xfrm xmlns:a="http://schemas.openxmlformats.org/drawingml/2006/main" rot="0" flipH="0" flipV="0">
            <a:off x="6274799" y="4522814"/>
            <a:ext cx="2516399" cy="609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12 Indian languages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 English</a:t>
            </a:r>
            <a:endParaRPr sz="1400" b="0" i="0" u="none" strike="noStrike" cap="none">
              <a:solidFill>
                <a:srgbClr val="000000"/>
              </a:solidFill>
              <a:latin typeface="Arial"/>
              <a:ea typeface="Arial"/>
              <a:cs typeface="Arial"/>
            </a:endParaRPr>
          </a:p>
        </p:txBody>
      </p:sp>
      <p:sp>
        <p:nvSpPr>
          <p:cNvPr id="577" name="Google Shape;577;p6">
            <a:extLst xmlns:a="http://schemas.openxmlformats.org/drawingml/2006/main">
              <a:ext uri="{FF2B5EF4-FFF2-40B4-BE49-F238E27FC236}">
                <a16:creationId xmlns:a16="http://schemas.microsoft.com/office/drawing/2014/main" id="{75091F27-04E9-40EE-B6BC-349196AD4CD5}"/>
              </a:ext>
            </a:extLst>
          </p:cNvPr>
          <p:cNvSpPr>
            <a:spLocks xmlns:a="http://schemas.openxmlformats.org/drawingml/2006/main" noGrp="1"/>
          </p:cNvSpPr>
          <p:nvPr/>
        </p:nvSpPr>
        <p:spPr>
          <a:xfrm xmlns:a="http://schemas.openxmlformats.org/drawingml/2006/main" rot="0" flipH="0" flipV="0">
            <a:off x="6267448" y="5111190"/>
            <a:ext cx="2454903" cy="986403"/>
          </a:xfrm>
          <a:prstGeom xmlns:a="http://schemas.openxmlformats.org/drawingml/2006/main" prst="rect">
            <a:avLst/>
          </a:prstGeom>
          <a:solidFill xmlns:a="http://schemas.openxmlformats.org/drawingml/2006/main">
            <a:srgbClr val="FFF2CC"/>
          </a:solidFill>
          <a:ln xmlns:a="http://schemas.openxmlformats.org/drawingml/2006/main" w="14250" cap="flat" cmpd="sng">
            <a:solidFill>
              <a:srgbClr val="1B232B"/>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AA84F"/>
              </a:buClr>
              <a:buSzPts val="1400"/>
              <a:buFont typeface="Arial"/>
              <a:buNone/>
            </a:pPr>
            <a:r>
              <a:t/>
            </a:r>
            <a:endParaRPr sz="1400" b="0" i="0" u="none" strike="noStrike" cap="none">
              <a:solidFill>
                <a:srgbClr val="6AA84F"/>
              </a:solidFill>
              <a:latin typeface="Arial"/>
              <a:ea typeface="Arial"/>
              <a:cs typeface="Arial"/>
            </a:endParaRPr>
          </a:p>
        </p:txBody>
      </p:sp>
      <p:sp>
        <p:nvSpPr>
          <p:cNvPr id="578" name="Google Shape;578;p6">
            <a:extLst xmlns:a="http://schemas.openxmlformats.org/drawingml/2006/main">
              <a:ext uri="{FF2B5EF4-FFF2-40B4-BE49-F238E27FC236}">
                <a16:creationId xmlns:a16="http://schemas.microsoft.com/office/drawing/2014/main" id="{A994AAAB-6664-4EFB-A791-8793F74F9C65}"/>
              </a:ext>
            </a:extLst>
          </p:cNvPr>
          <p:cNvSpPr>
            <a:spLocks xmlns:a="http://schemas.openxmlformats.org/drawingml/2006/main" noGrp="1"/>
          </p:cNvSpPr>
          <p:nvPr/>
        </p:nvSpPr>
        <p:spPr>
          <a:xfrm xmlns:a="http://schemas.openxmlformats.org/drawingml/2006/main" rot="0" flipH="0" flipV="0">
            <a:off x="6274585" y="5100215"/>
            <a:ext cx="2440500" cy="103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00" tIns="91400" rIns="91400" bIns="9140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2,862 lightning deaths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India, 2020 [1]</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Historical need, not a</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claim of lives saved</a:t>
            </a:r>
            <a:endParaRPr sz="1400" b="0" i="0" u="none" strike="noStrike" cap="none">
              <a:solidFill>
                <a:srgbClr val="000000"/>
              </a:solidFill>
              <a:latin typeface="Arial"/>
              <a:ea typeface="Arial"/>
              <a:cs typeface="Arial"/>
            </a:endParaRPr>
          </a:p>
        </p:txBody>
      </p:sp>
      <p:pic>
        <p:nvPicPr>
          <p:cNvPr id="636" name="Google Shape;579;p6"/>
          <p:cNvPicPr>
            <a:picLocks xmlns:a="http://schemas.openxmlformats.org/drawingml/2006/main" noChangeAspect="1"/>
          </p:cNvPicPr>
          <p:nvPr/>
        </p:nvPicPr>
        <p:blipFill rotWithShape="1">
          <a:blip xmlns:r="http://schemas.openxmlformats.org/officeDocument/2006/relationships" xmlns:a="http://schemas.openxmlformats.org/drawingml/2006/main" r:embed="R6030bdf613d84d53">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580" name="Google Shape;580;p6">
            <a:extLst xmlns:a="http://schemas.openxmlformats.org/drawingml/2006/main">
              <a:ext uri="{FF2B5EF4-FFF2-40B4-BE49-F238E27FC236}">
                <a16:creationId xmlns:a16="http://schemas.microsoft.com/office/drawing/2014/main" id="{8B697115-944A-4C3B-B07E-13D916E8D736}"/>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582" name="Google Shape;582;p6">
            <a:extLst xmlns:a="http://schemas.openxmlformats.org/drawingml/2006/main">
              <a:ext uri="{FF2B5EF4-FFF2-40B4-BE49-F238E27FC236}">
                <a16:creationId xmlns:a16="http://schemas.microsoft.com/office/drawing/2014/main" id="{34BFCE6F-ADD0-4464-8788-543E642CB1D3}"/>
              </a:ext>
            </a:extLst>
          </p:cNvPr>
          <p:cNvSpPr>
            <a:spLocks xmlns:a="http://schemas.openxmlformats.org/drawingml/2006/main" noGrp="1"/>
          </p:cNvSpPr>
          <p:nvPr/>
        </p:nvSpPr>
        <p:spPr>
          <a:xfrm xmlns:a="http://schemas.openxmlformats.org/drawingml/2006/main">
            <a:off x="8912525" y="5911013"/>
            <a:ext cx="3079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81"/>
              </a:buClr>
              <a:buSzPts val="900"/>
              <a:buFont typeface="Arial"/>
              <a:buNone/>
            </a:pPr>
            <a:r>
              <a:rPr sz="900" b="0" i="0" u="none" strike="noStrike" cap="none">
                <a:solidFill>
                  <a:srgbClr val="627181"/>
                </a:solidFill>
                <a:latin typeface="Arial"/>
                <a:ea typeface="Arial"/>
                <a:cs typeface="Arial"/>
              </a:rPr>
              <a:t>One French radar case, 19 Dec 2018</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627181"/>
              </a:buClr>
              <a:buSzPts val="900"/>
              <a:buFont typeface="Arial"/>
              <a:buNone/>
            </a:pPr>
            <a:r>
              <a:rPr sz="900" b="0" i="0" u="none" strike="noStrike" cap="none">
                <a:solidFill>
                  <a:srgbClr val="627181"/>
                </a:solidFill>
                <a:latin typeface="Arial"/>
                <a:ea typeface="Arial"/>
                <a:cs typeface="Arial"/>
              </a:rPr>
              <a:t>Echo </a:t>
            </a:r>
            <a:r>
              <a:rPr sz="900" b="0" i="0" u="none" strike="noStrike" cap="none">
                <a:solidFill>
                  <a:srgbClr val="627181"/>
                </a:solidFill>
                <a:latin typeface="Arial"/>
                <a:ea typeface="Arial"/>
                <a:cs typeface="Arial"/>
              </a:rPr>
              <a:t>&gt;=</a:t>
            </a:r>
            <a:r>
              <a:rPr sz="900" b="0" i="0" u="none" strike="noStrike" cap="none">
                <a:solidFill>
                  <a:srgbClr val="627181"/>
                </a:solidFill>
                <a:latin typeface="Arial"/>
                <a:ea typeface="Arial"/>
                <a:cs typeface="Arial"/>
              </a:rPr>
              <a:t>20 dBZ. NCR skill is unmeasured.</a:t>
            </a:r>
            <a:endParaRPr sz="1400" b="0" i="0" u="none" strike="noStrike" cap="none">
              <a:solidFill>
                <a:srgbClr val="000000"/>
              </a:solidFill>
              <a:latin typeface="Arial"/>
              <a:ea typeface="Arial"/>
              <a:cs typeface="Arial"/>
            </a:endParaRPr>
          </a:p>
        </p:txBody>
      </p:sp>
      <p:sp>
        <p:nvSpPr>
          <p:cNvPr id="588" name="VAJRA diagram label 564">
            <a:extLst xmlns:a="http://schemas.openxmlformats.org/drawingml/2006/main">
              <a:ext uri="{FF2B5EF4-FFF2-40B4-BE49-F238E27FC236}">
                <a16:creationId xmlns:a16="http://schemas.microsoft.com/office/drawing/2014/main" id="{27263A7E-7CA7-4733-A44D-20D731107D1A}"/>
              </a:ext>
            </a:extLst>
          </p:cNvPr>
          <p:cNvSpPr>
            <a:spLocks xmlns:a="http://schemas.openxmlformats.org/drawingml/2006/main" noGrp="1"/>
          </p:cNvSpPr>
          <p:nvPr/>
        </p:nvSpPr>
        <p:spPr>
          <a:xfrm xmlns:a="http://schemas.openxmlformats.org/drawingml/2006/main">
            <a:off x="6877050" y="16002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RADAR</a:t>
            </a:r>
          </a:p>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INSAT</a:t>
            </a:r>
          </a:p>
        </p:txBody>
      </p:sp>
      <p:sp>
        <p:nvSpPr>
          <p:cNvPr id="589" name="VAJRA diagram label 565">
            <a:extLst xmlns:a="http://schemas.openxmlformats.org/drawingml/2006/main">
              <a:ext uri="{FF2B5EF4-FFF2-40B4-BE49-F238E27FC236}">
                <a16:creationId xmlns:a16="http://schemas.microsoft.com/office/drawing/2014/main" id="{7ADBB8E0-32DF-4359-84FB-A243E8F369A2}"/>
              </a:ext>
            </a:extLst>
          </p:cNvPr>
          <p:cNvSpPr>
            <a:spLocks xmlns:a="http://schemas.openxmlformats.org/drawingml/2006/main" noGrp="1"/>
          </p:cNvSpPr>
          <p:nvPr/>
        </p:nvSpPr>
        <p:spPr>
          <a:xfrm xmlns:a="http://schemas.openxmlformats.org/drawingml/2006/main">
            <a:off x="8743950" y="16002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RISK</a:t>
            </a:r>
          </a:p>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 TIME</a:t>
            </a:r>
          </a:p>
        </p:txBody>
      </p:sp>
      <p:sp>
        <p:nvSpPr>
          <p:cNvPr id="590" name="VAJRA diagram label 566">
            <a:extLst xmlns:a="http://schemas.openxmlformats.org/drawingml/2006/main">
              <a:ext uri="{FF2B5EF4-FFF2-40B4-BE49-F238E27FC236}">
                <a16:creationId xmlns:a16="http://schemas.microsoft.com/office/drawing/2014/main" id="{98089890-C869-4C7A-B0F3-C85E9A4123D9}"/>
              </a:ext>
            </a:extLst>
          </p:cNvPr>
          <p:cNvSpPr>
            <a:spLocks xmlns:a="http://schemas.openxmlformats.org/drawingml/2006/main" noGrp="1"/>
          </p:cNvSpPr>
          <p:nvPr/>
        </p:nvSpPr>
        <p:spPr>
          <a:xfrm xmlns:a="http://schemas.openxmlformats.org/drawingml/2006/main">
            <a:off x="10610850" y="16002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LOCAL</a:t>
            </a:r>
          </a:p>
          <a:p xmlns:a="http://schemas.openxmlformats.org/drawingml/2006/main">
            <a:pPr algn="ctr">
              <a:buNone/>
              <a:defRPr sz="1500" b="1">
                <a:solidFill>
                  <a:srgbClr val="2453A6"/>
                </a:solidFill>
                <a:latin typeface="Arial"/>
                <a:ea typeface="Arial"/>
                <a:cs typeface="Arial"/>
              </a:defRPr>
            </a:pPr>
            <a:r>
              <a:rPr sz="1500" b="1">
                <a:solidFill>
                  <a:srgbClr val="2453A6"/>
                </a:solidFill>
                <a:latin typeface="Arial"/>
                <a:ea typeface="Arial"/>
                <a:cs typeface="Arial"/>
              </a:rPr>
              <a:t>ALERT</a:t>
            </a:r>
          </a:p>
        </p:txBody>
      </p:sp>
      <p:graphicFrame>
        <p:nvGraphicFramePr>
          <p:cNvPr id="642" name="Chart"/>
          <p:cNvGraphicFramePr/>
          <p:nvPr/>
        </p:nvGraphicFramePr>
        <p:xfrm>
          <a:off xmlns:a="http://schemas.openxmlformats.org/drawingml/2006/main" x="8743950" y="3655409"/>
          <a:ext xmlns:a="http://schemas.openxmlformats.org/drawingml/2006/main" cx="3340989" cy="2227326"/>
        </p:xfrm>
        <a:graphic xmlns:a="http://schemas.openxmlformats.org/drawingml/2006/main">
          <a:graphicData uri="http://schemas.openxmlformats.org/drawingml/2006/chart">
            <c:chart xmlns:r="http://schemas.openxmlformats.org/officeDocument/2006/relationships" xmlns:c="http://schemas.openxmlformats.org/drawingml/2006/chart" r:id="R8e6f63f827754068"/>
          </a:graphicData>
        </a:graphic>
      </p:graphicFrame>
    </p:spTree>
    <p:extLst>
      <p:ext uri="{BB962C8B-B14F-4D97-AF65-F5344CB8AC3E}">
        <p14:creationId xmlns:p14="http://schemas.microsoft.com/office/powerpoint/2010/main" val="18206902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87" name="Google Shape;587;p8">
            <a:extLst xmlns:a="http://schemas.openxmlformats.org/drawingml/2006/main">
              <a:ext uri="{FF2B5EF4-FFF2-40B4-BE49-F238E27FC236}">
                <a16:creationId xmlns:a16="http://schemas.microsoft.com/office/drawing/2014/main" id="{5254B3DA-0843-4D76-9EF8-07E73E6B81E7}"/>
              </a:ext>
            </a:extLst>
          </p:cNvPr>
          <p:cNvSpPr>
            <a:spLocks xmlns:a="http://schemas.openxmlformats.org/drawingml/2006/main" noGrp="1"/>
          </p:cNvSpPr>
          <p:nvPr/>
        </p:nvSpPr>
        <p:spPr>
          <a:xfrm xmlns:a="http://schemas.openxmlformats.org/drawingml/2006/main">
            <a:off x="4693925" y="6404314"/>
            <a:ext cx="3112551" cy="26919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strike="noStrike" cap="none">
                <a:solidFill>
                  <a:srgbClr val="FFFFFF"/>
                </a:solidFill>
                <a:latin typeface="Oswald"/>
                <a:ea typeface="Oswald"/>
                <a:cs typeface="Oswald"/>
              </a:rPr>
              <a:t>@SIH Idea submission- Template</a:t>
            </a:r>
            <a:endParaRPr sz="1400" b="0" i="0" u="none" strike="noStrike" cap="none">
              <a:solidFill>
                <a:srgbClr val="000000"/>
              </a:solidFill>
              <a:latin typeface="Arial"/>
              <a:ea typeface="Arial"/>
              <a:cs typeface="Arial"/>
            </a:endParaRPr>
          </a:p>
        </p:txBody>
      </p:sp>
      <p:sp>
        <p:nvSpPr>
          <p:cNvPr id="588" name="Google Shape;588;p8">
            <a:extLst xmlns:a="http://schemas.openxmlformats.org/drawingml/2006/main">
              <a:ext uri="{FF2B5EF4-FFF2-40B4-BE49-F238E27FC236}">
                <a16:creationId xmlns:a16="http://schemas.microsoft.com/office/drawing/2014/main" id="{D6A3526E-0CE2-4B4A-8141-B4A672F89CD4}"/>
              </a:ext>
            </a:extLst>
          </p:cNvPr>
          <p:cNvSpPr>
            <a:spLocks xmlns:a="http://schemas.openxmlformats.org/drawingml/2006/main" noGrp="1"/>
          </p:cNvSpPr>
          <p:nvPr/>
        </p:nvSpPr>
        <p:spPr>
          <a:xfrm xmlns:a="http://schemas.openxmlformats.org/drawingml/2006/main">
            <a:off x="-2" y="6354762"/>
            <a:ext cx="12192003" cy="50324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53734"/>
              </a:buClr>
              <a:buSzPts val="1800"/>
              <a:buFont typeface="Calibri"/>
              <a:buNone/>
            </a:pPr>
            <a:r>
              <a:t/>
            </a:r>
            <a:endParaRPr sz="1800" b="0" i="0" u="none" strike="noStrike" cap="none">
              <a:solidFill>
                <a:srgbClr val="953734"/>
              </a:solidFill>
              <a:latin typeface="Calibri"/>
              <a:ea typeface="Calibri"/>
              <a:cs typeface="Calibri"/>
            </a:endParaRPr>
          </a:p>
        </p:txBody>
      </p:sp>
      <p:sp>
        <p:nvSpPr>
          <p:cNvPr id="589" name="Google Shape;589;p8">
            <a:extLst xmlns:a="http://schemas.openxmlformats.org/drawingml/2006/main">
              <a:ext uri="{FF2B5EF4-FFF2-40B4-BE49-F238E27FC236}">
                <a16:creationId xmlns:a16="http://schemas.microsoft.com/office/drawing/2014/main" id="{6E15AF3A-F536-42FC-9391-447E2508BC29}"/>
              </a:ext>
            </a:extLst>
          </p:cNvPr>
          <p:cNvSpPr>
            <a:spLocks xmlns:a="http://schemas.openxmlformats.org/drawingml/2006/main" noGrp="1"/>
          </p:cNvSpPr>
          <p:nvPr>
            <p:ph type="title" idx="0"/>
          </p:nvPr>
        </p:nvSpPr>
        <p:spPr>
          <a:xfrm xmlns:a="http://schemas.openxmlformats.org/drawingml/2006/main">
            <a:off x="1771650" y="234450"/>
            <a:ext cx="7972500" cy="81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200"/>
              <a:buFont typeface="Times New Roman"/>
              <a:buNone/>
            </a:pPr>
            <a:r>
              <a:rPr sz="3200" b="1">
                <a:latin typeface="Times New Roman"/>
                <a:ea typeface="Times New Roman"/>
                <a:cs typeface="Times New Roman"/>
              </a:rPr>
              <a:t>RESEARCH AND REFERENCES</a:t>
            </a:r>
            <a:endParaRPr/>
          </a:p>
        </p:txBody>
      </p:sp>
      <p:sp>
        <p:nvSpPr>
          <p:cNvPr id="590" name="Google Shape;590;p8">
            <a:extLst xmlns:a="http://schemas.openxmlformats.org/drawingml/2006/main">
              <a:ext uri="{FF2B5EF4-FFF2-40B4-BE49-F238E27FC236}">
                <a16:creationId xmlns:a16="http://schemas.microsoft.com/office/drawing/2014/main" id="{1986B4F5-A1B0-4DE5-BACE-BCD6299BA845}"/>
              </a:ext>
            </a:extLst>
          </p:cNvPr>
          <p:cNvSpPr>
            <a:spLocks xmlns:a="http://schemas.openxmlformats.org/drawingml/2006/main" noGrp="1"/>
          </p:cNvSpPr>
          <p:nvPr>
            <p:ph type="sldNum" idx="4294967295"/>
          </p:nvPr>
        </p:nvSpPr>
        <p:spPr>
          <a:xfrm xmlns:a="http://schemas.openxmlformats.org/drawingml/2006/main">
            <a:off x="11393558" y="6404325"/>
            <a:ext cx="341400" cy="27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675" tIns="45675" rIns="45675" bIns="45675" anchor="ctr">
            <a:sp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00000000-1234-1234-1234-123412341234}" type="slidenum">
              <a:rPr b="1">
                <a:solidFill>
                  <a:srgbClr val="FFFFFF"/>
                </a:solidFill>
              </a:rPr>
              <a:t>‹#›</a:t>
            </a:fld>
            <a:endParaRPr/>
          </a:p>
        </p:txBody>
      </p:sp>
      <p:sp>
        <p:nvSpPr>
          <p:cNvPr id="591" name="Google Shape;591;p8">
            <a:extLst xmlns:a="http://schemas.openxmlformats.org/drawingml/2006/main">
              <a:ext uri="{FF2B5EF4-FFF2-40B4-BE49-F238E27FC236}">
                <a16:creationId xmlns:a16="http://schemas.microsoft.com/office/drawing/2014/main" id="{39573FB2-D121-42C3-86F5-695E828ACE98}"/>
              </a:ext>
            </a:extLst>
          </p:cNvPr>
          <p:cNvSpPr>
            <a:spLocks xmlns:a="http://schemas.openxmlformats.org/drawingml/2006/main" noGrp="1"/>
          </p:cNvSpPr>
          <p:nvPr/>
        </p:nvSpPr>
        <p:spPr>
          <a:xfrm xmlns:a="http://schemas.openxmlformats.org/drawingml/2006/main">
            <a:off x="285750" y="1096576"/>
            <a:ext cx="5905500" cy="51951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92" name="Google Shape;592;p8">
            <a:extLst xmlns:a="http://schemas.openxmlformats.org/drawingml/2006/main">
              <a:ext uri="{FF2B5EF4-FFF2-40B4-BE49-F238E27FC236}">
                <a16:creationId xmlns:a16="http://schemas.microsoft.com/office/drawing/2014/main" id="{01D459DA-6284-4EEF-890B-A0715E246EDA}"/>
              </a:ext>
            </a:extLst>
          </p:cNvPr>
          <p:cNvSpPr>
            <a:spLocks xmlns:a="http://schemas.openxmlformats.org/drawingml/2006/main" noGrp="1"/>
          </p:cNvSpPr>
          <p:nvPr/>
        </p:nvSpPr>
        <p:spPr>
          <a:xfrm xmlns:a="http://schemas.openxmlformats.org/drawingml/2006/main">
            <a:off x="419100" y="1191816"/>
            <a:ext cx="56199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4E83"/>
              </a:buClr>
              <a:buSzPts val="1800"/>
              <a:buFont typeface="Arial"/>
              <a:buNone/>
            </a:pPr>
            <a:r>
              <a:rPr sz="1800" b="1" i="0" u="none" strike="noStrike" cap="none">
                <a:solidFill>
                  <a:srgbClr val="214E83"/>
                </a:solidFill>
                <a:latin typeface="Arial"/>
                <a:ea typeface="Arial"/>
                <a:cs typeface="Arial"/>
              </a:rPr>
              <a:t>References</a:t>
            </a:r>
            <a:endParaRPr sz="1400" b="0" i="0" u="none" strike="noStrike" cap="none">
              <a:solidFill>
                <a:srgbClr val="000000"/>
              </a:solidFill>
              <a:latin typeface="Arial"/>
              <a:ea typeface="Arial"/>
              <a:cs typeface="Arial"/>
            </a:endParaRPr>
          </a:p>
        </p:txBody>
      </p:sp>
      <p:sp>
        <p:nvSpPr>
          <p:cNvPr id="593" name="Google Shape;593;p8">
            <a:extLst xmlns:a="http://schemas.openxmlformats.org/drawingml/2006/main">
              <a:ext uri="{FF2B5EF4-FFF2-40B4-BE49-F238E27FC236}">
                <a16:creationId xmlns:a16="http://schemas.microsoft.com/office/drawing/2014/main" id="{4F9C544F-629B-459B-86DB-FF93289BA291}"/>
              </a:ext>
            </a:extLst>
          </p:cNvPr>
          <p:cNvSpPr>
            <a:spLocks xmlns:a="http://schemas.openxmlformats.org/drawingml/2006/main" noGrp="1"/>
          </p:cNvSpPr>
          <p:nvPr/>
        </p:nvSpPr>
        <p:spPr>
          <a:xfrm xmlns:a="http://schemas.openxmlformats.org/drawingml/2006/main">
            <a:off x="6339950" y="1115341"/>
            <a:ext cx="5711400" cy="26481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94" name="Google Shape;594;p8">
            <a:extLst xmlns:a="http://schemas.openxmlformats.org/drawingml/2006/main">
              <a:ext uri="{FF2B5EF4-FFF2-40B4-BE49-F238E27FC236}">
                <a16:creationId xmlns:a16="http://schemas.microsoft.com/office/drawing/2014/main" id="{7AA589A5-0C09-4D20-BD9E-88CF39077632}"/>
              </a:ext>
            </a:extLst>
          </p:cNvPr>
          <p:cNvSpPr>
            <a:spLocks xmlns:a="http://schemas.openxmlformats.org/drawingml/2006/main" noGrp="1"/>
          </p:cNvSpPr>
          <p:nvPr/>
        </p:nvSpPr>
        <p:spPr>
          <a:xfrm xmlns:a="http://schemas.openxmlformats.org/drawingml/2006/main">
            <a:off x="6320527" y="3908346"/>
            <a:ext cx="5711400" cy="204780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B8CCDC"/>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595" name="Google Shape;595;p8">
            <a:extLst xmlns:a="http://schemas.openxmlformats.org/drawingml/2006/main">
              <a:ext uri="{FF2B5EF4-FFF2-40B4-BE49-F238E27FC236}">
                <a16:creationId xmlns:a16="http://schemas.microsoft.com/office/drawing/2014/main" id="{BE5AF8A9-DB1F-48D4-A1A9-2747EF70F708}"/>
              </a:ext>
            </a:extLst>
          </p:cNvPr>
          <p:cNvSpPr>
            <a:spLocks xmlns:a="http://schemas.openxmlformats.org/drawingml/2006/main" noGrp="1"/>
          </p:cNvSpPr>
          <p:nvPr/>
        </p:nvSpPr>
        <p:spPr>
          <a:xfrm xmlns:a="http://schemas.openxmlformats.org/drawingml/2006/main">
            <a:off x="6477414" y="1191811"/>
            <a:ext cx="5397600" cy="26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23568F"/>
              </a:buClr>
              <a:buSzPts val="1700"/>
              <a:buFont typeface="Arial"/>
              <a:buNone/>
            </a:pPr>
            <a:r>
              <a:rPr sz="1700" b="1" i="0" u="none" strike="noStrike" cap="none">
                <a:solidFill>
                  <a:srgbClr val="23568F"/>
                </a:solidFill>
                <a:latin typeface="Arial"/>
                <a:ea typeface="Arial"/>
                <a:cs typeface="Arial"/>
              </a:rPr>
              <a:t>Evaluation method</a:t>
            </a:r>
            <a:endParaRPr sz="1400" b="0" i="0" u="none" strike="noStrike" cap="none">
              <a:solidFill>
                <a:srgbClr val="000000"/>
              </a:solidFill>
              <a:latin typeface="Arial"/>
              <a:ea typeface="Arial"/>
              <a:cs typeface="Arial"/>
            </a:endParaRPr>
          </a:p>
        </p:txBody>
      </p:sp>
      <p:sp>
        <p:nvSpPr>
          <p:cNvPr id="596" name="Google Shape;596;p8">
            <a:extLst xmlns:a="http://schemas.openxmlformats.org/drawingml/2006/main">
              <a:ext uri="{FF2B5EF4-FFF2-40B4-BE49-F238E27FC236}">
                <a16:creationId xmlns:a16="http://schemas.microsoft.com/office/drawing/2014/main" id="{2EED4E63-D477-4E29-990D-5DA708FF4CFA}"/>
              </a:ext>
            </a:extLst>
          </p:cNvPr>
          <p:cNvSpPr>
            <a:spLocks xmlns:a="http://schemas.openxmlformats.org/drawingml/2006/main" noGrp="1"/>
          </p:cNvSpPr>
          <p:nvPr/>
        </p:nvSpPr>
        <p:spPr>
          <a:xfrm xmlns:a="http://schemas.openxmlformats.org/drawingml/2006/main">
            <a:off x="6477414" y="1620437"/>
            <a:ext cx="53976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400"/>
              <a:buFont typeface="Arial"/>
              <a:buNone/>
            </a:pPr>
            <a:r>
              <a:rPr sz="1400" b="1" i="0" u="none" strike="noStrike" cap="none">
                <a:solidFill>
                  <a:srgbClr val="172534"/>
                </a:solidFill>
                <a:latin typeface="Arial"/>
                <a:ea typeface="Arial"/>
                <a:cs typeface="Arial"/>
              </a:rPr>
              <a:t>Accuracy requires independent storm events</a:t>
            </a:r>
            <a:endParaRPr sz="1400" b="0" i="0" u="none" strike="noStrike" cap="none">
              <a:solidFill>
                <a:srgbClr val="000000"/>
              </a:solidFill>
              <a:latin typeface="Arial"/>
              <a:ea typeface="Arial"/>
              <a:cs typeface="Arial"/>
            </a:endParaRPr>
          </a:p>
        </p:txBody>
      </p:sp>
      <p:sp>
        <p:nvSpPr>
          <p:cNvPr id="597" name="Google Shape;597;p8">
            <a:extLst xmlns:a="http://schemas.openxmlformats.org/drawingml/2006/main">
              <a:ext uri="{FF2B5EF4-FFF2-40B4-BE49-F238E27FC236}">
                <a16:creationId xmlns:a16="http://schemas.microsoft.com/office/drawing/2014/main" id="{C198CBAE-189C-4CC4-AA24-3B6B61D1496D}"/>
              </a:ext>
            </a:extLst>
          </p:cNvPr>
          <p:cNvSpPr>
            <a:spLocks xmlns:a="http://schemas.openxmlformats.org/drawingml/2006/main" noGrp="1"/>
          </p:cNvSpPr>
          <p:nvPr/>
        </p:nvSpPr>
        <p:spPr>
          <a:xfrm xmlns:a="http://schemas.openxmlformats.org/drawingml/2006/main">
            <a:off x="6477414" y="1906187"/>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Train / validation / calibration / test</a:t>
            </a:r>
            <a:endParaRPr sz="1400" b="0" i="0" u="none" strike="noStrike" cap="none">
              <a:solidFill>
                <a:srgbClr val="000000"/>
              </a:solidFill>
              <a:latin typeface="Arial"/>
              <a:ea typeface="Arial"/>
              <a:cs typeface="Arial"/>
            </a:endParaRPr>
          </a:p>
        </p:txBody>
      </p:sp>
      <p:sp>
        <p:nvSpPr>
          <p:cNvPr id="598" name="Google Shape;598;p8">
            <a:extLst xmlns:a="http://schemas.openxmlformats.org/drawingml/2006/main">
              <a:ext uri="{FF2B5EF4-FFF2-40B4-BE49-F238E27FC236}">
                <a16:creationId xmlns:a16="http://schemas.microsoft.com/office/drawing/2014/main" id="{E166CE34-B034-45A3-9CFE-417D05CA9EB4}"/>
              </a:ext>
            </a:extLst>
          </p:cNvPr>
          <p:cNvSpPr>
            <a:spLocks xmlns:a="http://schemas.openxmlformats.org/drawingml/2006/main" noGrp="1"/>
          </p:cNvSpPr>
          <p:nvPr/>
        </p:nvSpPr>
        <p:spPr>
          <a:xfrm xmlns:a="http://schemas.openxmlformats.org/drawingml/2006/main">
            <a:off x="6477414" y="2239562"/>
            <a:ext cx="5397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Freeze input availability and target windows.</a:t>
            </a:r>
            <a:endParaRPr sz="1200" b="0" i="0" u="none" strike="noStrike" cap="none">
              <a:solidFill>
                <a:srgbClr val="172534"/>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Check phase, sensor gaps and no-event outcomes.</a:t>
            </a:r>
            <a:endParaRPr sz="1400" b="0" i="0" u="none" strike="noStrike" cap="none">
              <a:solidFill>
                <a:srgbClr val="000000"/>
              </a:solidFill>
              <a:latin typeface="Arial"/>
              <a:ea typeface="Arial"/>
              <a:cs typeface="Arial"/>
            </a:endParaRPr>
          </a:p>
        </p:txBody>
      </p:sp>
      <p:sp>
        <p:nvSpPr>
          <p:cNvPr id="599" name="Google Shape;599;p8">
            <a:extLst xmlns:a="http://schemas.openxmlformats.org/drawingml/2006/main">
              <a:ext uri="{FF2B5EF4-FFF2-40B4-BE49-F238E27FC236}">
                <a16:creationId xmlns:a16="http://schemas.microsoft.com/office/drawing/2014/main" id="{EA21D1E9-47CC-4002-97DF-7ECB904DA258}"/>
              </a:ext>
            </a:extLst>
          </p:cNvPr>
          <p:cNvSpPr>
            <a:spLocks xmlns:a="http://schemas.openxmlformats.org/drawingml/2006/main" noGrp="1"/>
          </p:cNvSpPr>
          <p:nvPr/>
        </p:nvSpPr>
        <p:spPr>
          <a:xfrm xmlns:a="http://schemas.openxmlformats.org/drawingml/2006/main">
            <a:off x="6477414" y="2726222"/>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Compare baselines on the same covered cells.</a:t>
            </a:r>
            <a:endParaRPr sz="1400" b="0" i="0" u="none" strike="noStrike" cap="none">
              <a:solidFill>
                <a:srgbClr val="000000"/>
              </a:solidFill>
              <a:latin typeface="Arial"/>
              <a:ea typeface="Arial"/>
              <a:cs typeface="Arial"/>
            </a:endParaRPr>
          </a:p>
        </p:txBody>
      </p:sp>
      <p:sp>
        <p:nvSpPr>
          <p:cNvPr id="600" name="Google Shape;600;p8">
            <a:extLst xmlns:a="http://schemas.openxmlformats.org/drawingml/2006/main">
              <a:ext uri="{FF2B5EF4-FFF2-40B4-BE49-F238E27FC236}">
                <a16:creationId xmlns:a16="http://schemas.microsoft.com/office/drawing/2014/main" id="{D649F417-D97E-4D9D-BA80-7CA095C3309C}"/>
              </a:ext>
            </a:extLst>
          </p:cNvPr>
          <p:cNvSpPr>
            <a:spLocks xmlns:a="http://schemas.openxmlformats.org/drawingml/2006/main" noGrp="1"/>
          </p:cNvSpPr>
          <p:nvPr/>
        </p:nvSpPr>
        <p:spPr>
          <a:xfrm xmlns:a="http://schemas.openxmlformats.org/drawingml/2006/main">
            <a:off x="6477414" y="3049188"/>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2534"/>
              </a:buClr>
              <a:buSzPts val="1200"/>
              <a:buFont typeface="Arial"/>
              <a:buNone/>
            </a:pPr>
            <a:r>
              <a:rPr sz="1200" b="0" i="0" u="none" strike="noStrike" cap="none">
                <a:solidFill>
                  <a:srgbClr val="172534"/>
                </a:solidFill>
                <a:latin typeface="Arial"/>
                <a:ea typeface="Arial"/>
                <a:cs typeface="Arial"/>
              </a:rPr>
              <a:t>Report POD, FAR, CSI, Brier and reliability.</a:t>
            </a:r>
            <a:endParaRPr sz="1400" b="0" i="0" u="none" strike="noStrike" cap="none">
              <a:solidFill>
                <a:srgbClr val="000000"/>
              </a:solidFill>
              <a:latin typeface="Arial"/>
              <a:ea typeface="Arial"/>
              <a:cs typeface="Arial"/>
            </a:endParaRPr>
          </a:p>
        </p:txBody>
      </p:sp>
      <p:sp>
        <p:nvSpPr>
          <p:cNvPr id="601" name="Google Shape;601;p8">
            <a:extLst xmlns:a="http://schemas.openxmlformats.org/drawingml/2006/main">
              <a:ext uri="{FF2B5EF4-FFF2-40B4-BE49-F238E27FC236}">
                <a16:creationId xmlns:a16="http://schemas.microsoft.com/office/drawing/2014/main" id="{BB25B475-3065-43FF-905D-B99441506240}"/>
              </a:ext>
            </a:extLst>
          </p:cNvPr>
          <p:cNvSpPr>
            <a:spLocks xmlns:a="http://schemas.openxmlformats.org/drawingml/2006/main" noGrp="1"/>
          </p:cNvSpPr>
          <p:nvPr/>
        </p:nvSpPr>
        <p:spPr>
          <a:xfrm xmlns:a="http://schemas.openxmlformats.org/drawingml/2006/main">
            <a:off x="6477414" y="3392088"/>
            <a:ext cx="5397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26477"/>
              </a:buClr>
              <a:buSzPts val="1200"/>
              <a:buFont typeface="Arial"/>
              <a:buNone/>
            </a:pPr>
            <a:r>
              <a:rPr sz="1200" b="0" i="0" u="none" strike="noStrike" cap="none">
                <a:solidFill>
                  <a:srgbClr val="526477"/>
                </a:solidFill>
                <a:latin typeface="Arial"/>
                <a:ea typeface="Arial"/>
                <a:cs typeface="Arial"/>
              </a:rPr>
              <a:t>NCR skill unmeasured. Public model warnings disabled.</a:t>
            </a:r>
            <a:endParaRPr sz="1400" b="0" i="0" u="none" strike="noStrike" cap="none">
              <a:solidFill>
                <a:srgbClr val="000000"/>
              </a:solidFill>
              <a:latin typeface="Arial"/>
              <a:ea typeface="Arial"/>
              <a:cs typeface="Arial"/>
            </a:endParaRPr>
          </a:p>
        </p:txBody>
      </p:sp>
      <p:pic>
        <p:nvPicPr>
          <p:cNvPr id="712" name="Google Shape;603;p8"/>
          <p:cNvPicPr>
            <a:picLocks xmlns:a="http://schemas.openxmlformats.org/drawingml/2006/main" noChangeAspect="1"/>
          </p:cNvPicPr>
          <p:nvPr/>
        </p:nvPicPr>
        <p:blipFill rotWithShape="1">
          <a:blip xmlns:r="http://schemas.openxmlformats.org/officeDocument/2006/relationships" xmlns:a="http://schemas.openxmlformats.org/drawingml/2006/main" r:embed="Rfed80f7f24164a3a">
            <a:alphaModFix/>
          </a:blip>
          <a:srcRect xmlns:a="http://schemas.openxmlformats.org/drawingml/2006/main" l="0" t="0" r="0" b="0"/>
          <a:stretch xmlns:a="http://schemas.openxmlformats.org/drawingml/2006/main"/>
        </p:blipFill>
        <p:spPr>
          <a:xfrm xmlns:a="http://schemas.openxmlformats.org/drawingml/2006/main">
            <a:off x="10327950" y="0"/>
            <a:ext cx="1806828" cy="853150"/>
          </a:xfrm>
          <a:prstGeom xmlns:a="http://schemas.openxmlformats.org/drawingml/2006/main" prst="rect">
            <a:avLst/>
          </a:prstGeom>
          <a:ln xmlns:a="http://schemas.openxmlformats.org/drawingml/2006/main">
            <a:noFill/>
          </a:ln>
        </p:spPr>
      </p:pic>
      <p:sp>
        <p:nvSpPr>
          <p:cNvPr id="604" name="Google Shape;604;p8">
            <a:extLst xmlns:a="http://schemas.openxmlformats.org/drawingml/2006/main">
              <a:ext uri="{FF2B5EF4-FFF2-40B4-BE49-F238E27FC236}">
                <a16:creationId xmlns:a16="http://schemas.microsoft.com/office/drawing/2014/main" id="{A65EF0EA-8A45-465B-9784-143AFD2475FD}"/>
              </a:ext>
            </a:extLst>
          </p:cNvPr>
          <p:cNvSpPr>
            <a:spLocks xmlns:a="http://schemas.openxmlformats.org/drawingml/2006/main" noGrp="1"/>
          </p:cNvSpPr>
          <p:nvPr/>
        </p:nvSpPr>
        <p:spPr>
          <a:xfrm xmlns:a="http://schemas.openxmlformats.org/drawingml/2006/main">
            <a:off x="112193" y="71582"/>
            <a:ext cx="1187700" cy="700200"/>
          </a:xfrm>
          <a:prstGeom xmlns:a="http://schemas.openxmlformats.org/drawingml/2006/main" prst="ellipse">
            <a:avLst/>
          </a:prstGeom>
          <a:solidFill xmlns:a="http://schemas.openxmlformats.org/drawingml/2006/main">
            <a:srgbClr val="FFFFFF"/>
          </a:solidFill>
          <a:ln xmlns:a="http://schemas.openxmlformats.org/drawingml/2006/main" w="25400" cap="flat" cmpd="sng">
            <a:solidFill>
              <a:srgbClr val="8064A2"/>
            </a:solidFill>
            <a:prstDash val="solid"/>
            <a:roun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Calibri"/>
                <a:ea typeface="Calibri"/>
                <a:cs typeface="Calibri"/>
              </a:rPr>
              <a:t>Tensor Titian</a:t>
            </a:r>
            <a:endParaRPr sz="1800" b="0" i="0" u="none" strike="noStrike" cap="none">
              <a:solidFill>
                <a:srgbClr val="000000"/>
              </a:solidFill>
              <a:latin typeface="Calibri"/>
              <a:ea typeface="Calibri"/>
              <a:cs typeface="Calibri"/>
            </a:endParaRPr>
          </a:p>
        </p:txBody>
      </p:sp>
      <p:sp>
        <p:nvSpPr>
          <p:cNvPr id="605" name="Google Shape;605;p8">
            <a:extLst xmlns:a="http://schemas.openxmlformats.org/drawingml/2006/main">
              <a:ext uri="{FF2B5EF4-FFF2-40B4-BE49-F238E27FC236}">
                <a16:creationId xmlns:a16="http://schemas.microsoft.com/office/drawing/2014/main" id="{7CC6F289-8A8F-4BC0-958E-64E070FCB5FF}"/>
              </a:ext>
            </a:extLst>
          </p:cNvPr>
          <p:cNvSpPr>
            <a:spLocks xmlns:a="http://schemas.openxmlformats.org/drawingml/2006/main" noGrp="1"/>
          </p:cNvSpPr>
          <p:nvPr/>
        </p:nvSpPr>
        <p:spPr>
          <a:xfrm xmlns:a="http://schemas.openxmlformats.org/drawingml/2006/main">
            <a:off x="6454758" y="3961777"/>
            <a:ext cx="29718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72BC"/>
              </a:buClr>
              <a:buSzPts val="1400"/>
              <a:buFont typeface="Arial"/>
              <a:buNone/>
            </a:pPr>
            <a:r>
              <a:rPr sz="1400" b="1" i="0" u="none" strike="noStrike" cap="none">
                <a:solidFill>
                  <a:srgbClr val="0072BC"/>
                </a:solidFill>
                <a:latin typeface="Arial"/>
                <a:ea typeface="Arial"/>
                <a:cs typeface="Arial"/>
              </a:rPr>
              <a:t>Synthetic lightning smoke</a:t>
            </a:r>
            <a:endParaRPr sz="1400" b="0" i="0" u="none" strike="noStrike" cap="none">
              <a:solidFill>
                <a:srgbClr val="000000"/>
              </a:solidFill>
              <a:latin typeface="Arial"/>
              <a:ea typeface="Arial"/>
              <a:cs typeface="Arial"/>
            </a:endParaRPr>
          </a:p>
        </p:txBody>
      </p:sp>
      <p:sp>
        <p:nvSpPr>
          <p:cNvPr id="606" name="Google Shape;606;p8">
            <a:extLst xmlns:a="http://schemas.openxmlformats.org/drawingml/2006/main">
              <a:ext uri="{FF2B5EF4-FFF2-40B4-BE49-F238E27FC236}">
                <a16:creationId xmlns:a16="http://schemas.microsoft.com/office/drawing/2014/main" id="{32F03CD1-3623-4814-A2F5-FA0FB4710FCA}"/>
              </a:ext>
            </a:extLst>
          </p:cNvPr>
          <p:cNvSpPr>
            <a:spLocks xmlns:a="http://schemas.openxmlformats.org/drawingml/2006/main" noGrp="1"/>
          </p:cNvSpPr>
          <p:nvPr/>
        </p:nvSpPr>
        <p:spPr>
          <a:xfrm xmlns:a="http://schemas.openxmlformats.org/drawingml/2006/main">
            <a:off x="6484996" y="4222883"/>
            <a:ext cx="2971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26477"/>
              </a:buClr>
              <a:buSzPts val="1100"/>
              <a:buFont typeface="Arial"/>
              <a:buNone/>
            </a:pPr>
            <a:r>
              <a:rPr sz="1100" b="0" i="0" u="none" strike="noStrike" cap="none">
                <a:solidFill>
                  <a:srgbClr val="526477"/>
                </a:solidFill>
                <a:latin typeface="Arial"/>
                <a:ea typeface="Arial"/>
                <a:cs typeface="Arial"/>
              </a:rPr>
              <a:t>30 September 2026, 20 training steps</a:t>
            </a:r>
            <a:endParaRPr sz="1400" b="0" i="0" u="none" strike="noStrike" cap="none">
              <a:solidFill>
                <a:srgbClr val="000000"/>
              </a:solidFill>
              <a:latin typeface="Arial"/>
              <a:ea typeface="Arial"/>
              <a:cs typeface="Arial"/>
            </a:endParaRPr>
          </a:p>
        </p:txBody>
      </p:sp>
      <p:graphicFrame>
        <p:nvGraphicFramePr>
          <p:cNvPr id="716" name="Google Shape;607;p8"/>
          <p:cNvGraphicFramePr/>
          <p:nvPr/>
        </p:nvGraphicFramePr>
        <p:xfrm>
          <a:off xmlns:a="http://schemas.openxmlformats.org/drawingml/2006/main" x="6469877" y="4466904"/>
          <a:ext xmlns:a="http://schemas.openxmlformats.org/drawingml/2006/main" cx="3000000" cy="3000000"/>
        </p:xfrm>
        <a:graphic xmlns:a="http://schemas.openxmlformats.org/drawingml/2006/main">
          <a:graphicData uri="http://schemas.openxmlformats.org/drawingml/2006/table">
            <a:tbl>
              <a:tblPr>
                <a:tableStyleId>{4051FD5F-A2FE-4DEC-9349-808E35BEFF39}</a:tableStyleId>
              </a:tblPr>
              <a:tblGrid>
                <a:gridCol w="1128200"/>
                <a:gridCol w="1019850"/>
              </a:tblGrid>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Brier</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0.2361</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r>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Baseline</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0.2158</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r>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Skill</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-0.0939</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3F7FA"/>
                    </a:solidFill>
                  </a:tcPr>
                </a:tc>
              </a:tr>
              <a:tr h="254225">
                <a:tc>
                  <a:txBody>
                    <a:bodyPr/>
                    <a:lstStyle/>
                    <a:p>
                      <a:pPr marL="0" marR="0" lvl="0" indent="0" algn="l">
                        <a:lnSpc>
                          <a:spcPct val="100000"/>
                        </a:lnSpc>
                        <a:spcBef>
                          <a:spcPts val="0"/>
                        </a:spcBef>
                        <a:spcAft>
                          <a:spcPts val="0"/>
                        </a:spcAft>
                        <a:buClr>
                          <a:srgbClr val="172534"/>
                        </a:buClr>
                        <a:buSzPts val="1300"/>
                        <a:buFont typeface="Arial"/>
                        <a:buNone/>
                      </a:pPr>
                      <a:r>
                        <a:rPr sz="1300" u="none" strike="noStrike" cap="none">
                          <a:solidFill>
                            <a:srgbClr val="172534"/>
                          </a:solidFill>
                        </a:rPr>
                        <a:t>Test events</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c>
                  <a:txBody>
                    <a:bodyPr/>
                    <a:lstStyle/>
                    <a:p>
                      <a:pPr marL="0" marR="0" lvl="0" indent="0" algn="r">
                        <a:lnSpc>
                          <a:spcPct val="100000"/>
                        </a:lnSpc>
                        <a:spcBef>
                          <a:spcPts val="0"/>
                        </a:spcBef>
                        <a:spcAft>
                          <a:spcPts val="0"/>
                        </a:spcAft>
                        <a:buClr>
                          <a:srgbClr val="0072BC"/>
                        </a:buClr>
                        <a:buSzPts val="1300"/>
                        <a:buFont typeface="Arial"/>
                        <a:buNone/>
                      </a:pPr>
                      <a:r>
                        <a:rPr sz="1300" b="1" u="none" strike="noStrike" cap="none">
                          <a:solidFill>
                            <a:srgbClr val="0072BC"/>
                          </a:solidFill>
                        </a:rPr>
                        <a:t>2</a:t>
                      </a:r>
                      <a:endParaRPr sz="1400" u="none" strike="noStrike" cap="none"/>
                    </a:p>
                  </a:txBody>
                  <a:tcPr marL="45725" marR="45725" marT="45725" marB="45725" anchor="ct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solidFill>
                      <a:srgbClr val="FFFFFF"/>
                    </a:solidFill>
                  </a:tcPr>
                </a:tc>
              </a:tr>
            </a:tbl>
          </a:graphicData>
        </a:graphic>
      </p:graphicFrame>
      <p:sp>
        <p:nvSpPr>
          <p:cNvPr id="608" name="Google Shape;608;p8">
            <a:extLst xmlns:a="http://schemas.openxmlformats.org/drawingml/2006/main">
              <a:ext uri="{FF2B5EF4-FFF2-40B4-BE49-F238E27FC236}">
                <a16:creationId xmlns:a16="http://schemas.microsoft.com/office/drawing/2014/main" id="{0A121FA0-5891-4F62-A2AD-2D53E81F3089}"/>
              </a:ext>
            </a:extLst>
          </p:cNvPr>
          <p:cNvSpPr>
            <a:spLocks xmlns:a="http://schemas.openxmlformats.org/drawingml/2006/main" noGrp="1"/>
          </p:cNvSpPr>
          <p:nvPr/>
        </p:nvSpPr>
        <p:spPr>
          <a:xfrm xmlns:a="http://schemas.openxmlformats.org/drawingml/2006/main">
            <a:off x="6366925" y="5685046"/>
            <a:ext cx="365880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26477"/>
              </a:buClr>
              <a:buSzPts val="1100"/>
              <a:buFont typeface="Arial"/>
              <a:buNone/>
            </a:pPr>
            <a:r>
              <a:rPr sz="1100" b="0" i="0" u="none" strike="noStrike" cap="none">
                <a:solidFill>
                  <a:srgbClr val="526477"/>
                </a:solidFill>
                <a:latin typeface="Arial"/>
                <a:ea typeface="Arial"/>
                <a:cs typeface="Arial"/>
              </a:rPr>
              <a:t>Two synthetic test events. Baseline wins.</a:t>
            </a:r>
            <a:endParaRPr sz="1400" b="0" i="0" u="none" strike="noStrike" cap="none">
              <a:solidFill>
                <a:srgbClr val="000000"/>
              </a:solidFill>
              <a:latin typeface="Arial"/>
              <a:ea typeface="Arial"/>
              <a:cs typeface="Arial"/>
            </a:endParaRPr>
          </a:p>
        </p:txBody>
      </p:sp>
      <p:sp>
        <p:nvSpPr>
          <p:cNvPr id="609" name="Google Shape;609;p8">
            <a:extLst xmlns:a="http://schemas.openxmlformats.org/drawingml/2006/main">
              <a:ext uri="{FF2B5EF4-FFF2-40B4-BE49-F238E27FC236}">
                <a16:creationId xmlns:a16="http://schemas.microsoft.com/office/drawing/2014/main" id="{E07DB0BE-78B8-4E8F-B974-5E6A185CB24D}"/>
              </a:ext>
            </a:extLst>
          </p:cNvPr>
          <p:cNvSpPr>
            <a:spLocks xmlns:a="http://schemas.openxmlformats.org/drawingml/2006/main" noGrp="1"/>
          </p:cNvSpPr>
          <p:nvPr/>
        </p:nvSpPr>
        <p:spPr>
          <a:xfrm xmlns:a="http://schemas.openxmlformats.org/drawingml/2006/main">
            <a:off x="419100" y="148709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8">
            <a:extLst xmlns:a="http://schemas.openxmlformats.org/drawingml/2006/main">
              <a:ext uri="{FF2B5EF4-FFF2-40B4-BE49-F238E27FC236}">
                <a16:creationId xmlns:a16="http://schemas.microsoft.com/office/drawing/2014/main" id="{22794B90-9E70-4459-B39E-29483F1C219E}"/>
              </a:ext>
            </a:extLst>
          </p:cNvPr>
          <p:cNvSpPr>
            <a:spLocks xmlns:a="http://schemas.openxmlformats.org/drawingml/2006/main" noGrp="1"/>
          </p:cNvSpPr>
          <p:nvPr/>
        </p:nvSpPr>
        <p:spPr>
          <a:xfrm xmlns:a="http://schemas.openxmlformats.org/drawingml/2006/main">
            <a:off x="485775" y="1506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9faee2ecee104d7c"/>
              </a:rPr>
              <a:t>01  Lightning deaths: 2,862 in 2020 (S5)</a:t>
            </a:r>
            <a:endParaRPr sz="860" b="0" i="0" u="none" strike="noStrike" cap="none">
              <a:solidFill>
                <a:srgbClr val="000000"/>
              </a:solidFill>
              <a:latin typeface="Arial"/>
              <a:ea typeface="Arial"/>
              <a:cs typeface="Arial"/>
            </a:endParaRPr>
          </a:p>
        </p:txBody>
      </p:sp>
      <p:sp>
        <p:nvSpPr>
          <p:cNvPr id="611" name="Google Shape;611;p8">
            <a:extLst xmlns:a="http://schemas.openxmlformats.org/drawingml/2006/main">
              <a:ext uri="{FF2B5EF4-FFF2-40B4-BE49-F238E27FC236}">
                <a16:creationId xmlns:a16="http://schemas.microsoft.com/office/drawing/2014/main" id="{B85FF8A3-35BB-4195-8145-E608F5D1396D}"/>
              </a:ext>
            </a:extLst>
          </p:cNvPr>
          <p:cNvSpPr>
            <a:spLocks xmlns:a="http://schemas.openxmlformats.org/drawingml/2006/main" noGrp="1"/>
          </p:cNvSpPr>
          <p:nvPr/>
        </p:nvSpPr>
        <p:spPr>
          <a:xfrm xmlns:a="http://schemas.openxmlformats.org/drawingml/2006/main">
            <a:off x="485775" y="1639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3cc89172d5fd4976"/>
              </a:rPr>
              <a:t>MHA / NCRB, Rajya Sabha (2022)</a:t>
            </a:r>
            <a:endParaRPr sz="780" b="0" i="0" u="none" strike="noStrike" cap="none">
              <a:solidFill>
                <a:srgbClr val="000000"/>
              </a:solidFill>
              <a:latin typeface="Arial"/>
              <a:ea typeface="Arial"/>
              <a:cs typeface="Arial"/>
            </a:endParaRPr>
          </a:p>
        </p:txBody>
      </p:sp>
      <p:sp>
        <p:nvSpPr>
          <p:cNvPr id="612" name="Google Shape;612;p8">
            <a:extLst xmlns:a="http://schemas.openxmlformats.org/drawingml/2006/main">
              <a:ext uri="{FF2B5EF4-FFF2-40B4-BE49-F238E27FC236}">
                <a16:creationId xmlns:a16="http://schemas.microsoft.com/office/drawing/2014/main" id="{3E433DBE-9247-4D87-8296-751655FFEA2E}"/>
              </a:ext>
            </a:extLst>
          </p:cNvPr>
          <p:cNvSpPr>
            <a:spLocks xmlns:a="http://schemas.openxmlformats.org/drawingml/2006/main" noGrp="1"/>
          </p:cNvSpPr>
          <p:nvPr/>
        </p:nvSpPr>
        <p:spPr>
          <a:xfrm xmlns:a="http://schemas.openxmlformats.org/drawingml/2006/main">
            <a:off x="485775" y="1749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4a642f3b4757461c"/>
              </a:rPr>
              <a:t>Official historical count for India.</a:t>
            </a:r>
            <a:endParaRPr sz="780" b="0" i="0" u="none" strike="noStrike" cap="none">
              <a:solidFill>
                <a:srgbClr val="000000"/>
              </a:solidFill>
              <a:latin typeface="Arial"/>
              <a:ea typeface="Arial"/>
              <a:cs typeface="Arial"/>
            </a:endParaRPr>
          </a:p>
        </p:txBody>
      </p:sp>
      <p:sp>
        <p:nvSpPr>
          <p:cNvPr id="613" name="Google Shape;613;p8">
            <a:extLst xmlns:a="http://schemas.openxmlformats.org/drawingml/2006/main">
              <a:ext uri="{FF2B5EF4-FFF2-40B4-BE49-F238E27FC236}">
                <a16:creationId xmlns:a16="http://schemas.microsoft.com/office/drawing/2014/main" id="{47A77FBE-80BA-4190-8D6E-3598ECAF10D6}"/>
              </a:ext>
            </a:extLst>
          </p:cNvPr>
          <p:cNvSpPr>
            <a:spLocks xmlns:a="http://schemas.openxmlformats.org/drawingml/2006/main" noGrp="1"/>
          </p:cNvSpPr>
          <p:nvPr/>
        </p:nvSpPr>
        <p:spPr>
          <a:xfrm xmlns:a="http://schemas.openxmlformats.org/drawingml/2006/main">
            <a:off x="485775" y="18585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b1db6e1cbc4140a1"/>
              </a:rPr>
              <a:t>Does not estimate lives VAJRA could save.</a:t>
            </a:r>
            <a:endParaRPr sz="780" b="0" i="0" u="none" strike="noStrike" cap="none">
              <a:solidFill>
                <a:srgbClr val="000000"/>
              </a:solidFill>
              <a:latin typeface="Arial"/>
              <a:ea typeface="Arial"/>
              <a:cs typeface="Arial"/>
            </a:endParaRPr>
          </a:p>
        </p:txBody>
      </p:sp>
      <p:sp>
        <p:nvSpPr>
          <p:cNvPr id="614" name="Google Shape;614;p8">
            <a:extLst xmlns:a="http://schemas.openxmlformats.org/drawingml/2006/main">
              <a:ext uri="{FF2B5EF4-FFF2-40B4-BE49-F238E27FC236}">
                <a16:creationId xmlns:a16="http://schemas.microsoft.com/office/drawing/2014/main" id="{450898F1-AEAA-447B-9408-177B67F69F7C}"/>
              </a:ext>
            </a:extLst>
          </p:cNvPr>
          <p:cNvSpPr>
            <a:spLocks xmlns:a="http://schemas.openxmlformats.org/drawingml/2006/main" noGrp="1"/>
          </p:cNvSpPr>
          <p:nvPr/>
        </p:nvSpPr>
        <p:spPr>
          <a:xfrm xmlns:a="http://schemas.openxmlformats.org/drawingml/2006/main">
            <a:off x="419100" y="20014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5" name="Google Shape;615;p8">
            <a:extLst xmlns:a="http://schemas.openxmlformats.org/drawingml/2006/main">
              <a:ext uri="{FF2B5EF4-FFF2-40B4-BE49-F238E27FC236}">
                <a16:creationId xmlns:a16="http://schemas.microsoft.com/office/drawing/2014/main" id="{0DD7D28B-4D68-44F5-85E5-D972B753F40D}"/>
              </a:ext>
            </a:extLst>
          </p:cNvPr>
          <p:cNvSpPr>
            <a:spLocks xmlns:a="http://schemas.openxmlformats.org/drawingml/2006/main" noGrp="1"/>
          </p:cNvSpPr>
          <p:nvPr/>
        </p:nvSpPr>
        <p:spPr>
          <a:xfrm xmlns:a="http://schemas.openxmlformats.org/drawingml/2006/main">
            <a:off x="485775" y="2020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7cc120bb5aa54030"/>
              </a:rPr>
              <a:t>02  Existing Indian warning service (S2)</a:t>
            </a:r>
            <a:endParaRPr sz="860" b="0" i="0" u="none" strike="noStrike" cap="none">
              <a:solidFill>
                <a:srgbClr val="000000"/>
              </a:solidFill>
              <a:latin typeface="Arial"/>
              <a:ea typeface="Arial"/>
              <a:cs typeface="Arial"/>
            </a:endParaRPr>
          </a:p>
        </p:txBody>
      </p:sp>
      <p:sp>
        <p:nvSpPr>
          <p:cNvPr id="616" name="Google Shape;616;p8">
            <a:extLst xmlns:a="http://schemas.openxmlformats.org/drawingml/2006/main">
              <a:ext uri="{FF2B5EF4-FFF2-40B4-BE49-F238E27FC236}">
                <a16:creationId xmlns:a16="http://schemas.microsoft.com/office/drawing/2014/main" id="{61171F0C-C97F-4183-B0AC-376CAEAD1111}"/>
              </a:ext>
            </a:extLst>
          </p:cNvPr>
          <p:cNvSpPr>
            <a:spLocks xmlns:a="http://schemas.openxmlformats.org/drawingml/2006/main" noGrp="1"/>
          </p:cNvSpPr>
          <p:nvPr/>
        </p:nvSpPr>
        <p:spPr>
          <a:xfrm xmlns:a="http://schemas.openxmlformats.org/drawingml/2006/main">
            <a:off x="485775" y="2153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f515ef1c82e748d5"/>
              </a:rPr>
              <a:t>PIB / MoES, Damini (2022)</a:t>
            </a:r>
            <a:endParaRPr sz="780" b="0" i="0" u="none" strike="noStrike" cap="none">
              <a:solidFill>
                <a:srgbClr val="000000"/>
              </a:solidFill>
              <a:latin typeface="Arial"/>
              <a:ea typeface="Arial"/>
              <a:cs typeface="Arial"/>
            </a:endParaRPr>
          </a:p>
        </p:txBody>
      </p:sp>
      <p:sp>
        <p:nvSpPr>
          <p:cNvPr id="617" name="Google Shape;617;p8">
            <a:extLst xmlns:a="http://schemas.openxmlformats.org/drawingml/2006/main">
              <a:ext uri="{FF2B5EF4-FFF2-40B4-BE49-F238E27FC236}">
                <a16:creationId xmlns:a16="http://schemas.microsoft.com/office/drawing/2014/main" id="{C6175ACD-3769-401A-A12B-0EF57C245AD0}"/>
              </a:ext>
            </a:extLst>
          </p:cNvPr>
          <p:cNvSpPr>
            <a:spLocks xmlns:a="http://schemas.openxmlformats.org/drawingml/2006/main" noGrp="1"/>
          </p:cNvSpPr>
          <p:nvPr/>
        </p:nvSpPr>
        <p:spPr>
          <a:xfrm xmlns:a="http://schemas.openxmlformats.org/drawingml/2006/main">
            <a:off x="485775" y="2263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527756f9031d4b04"/>
              </a:rPr>
              <a:t>Damini already provides advance alerts.</a:t>
            </a:r>
            <a:endParaRPr sz="780" b="0" i="0" u="none" strike="noStrike" cap="none">
              <a:solidFill>
                <a:srgbClr val="000000"/>
              </a:solidFill>
              <a:latin typeface="Arial"/>
              <a:ea typeface="Arial"/>
              <a:cs typeface="Arial"/>
            </a:endParaRPr>
          </a:p>
        </p:txBody>
      </p:sp>
      <p:sp>
        <p:nvSpPr>
          <p:cNvPr id="618" name="Google Shape;618;p8">
            <a:extLst xmlns:a="http://schemas.openxmlformats.org/drawingml/2006/main">
              <a:ext uri="{FF2B5EF4-FFF2-40B4-BE49-F238E27FC236}">
                <a16:creationId xmlns:a16="http://schemas.microsoft.com/office/drawing/2014/main" id="{68E0E8B1-F593-4968-BD56-4985163AF07A}"/>
              </a:ext>
            </a:extLst>
          </p:cNvPr>
          <p:cNvSpPr>
            <a:spLocks xmlns:a="http://schemas.openxmlformats.org/drawingml/2006/main" noGrp="1"/>
          </p:cNvSpPr>
          <p:nvPr/>
        </p:nvSpPr>
        <p:spPr>
          <a:xfrm xmlns:a="http://schemas.openxmlformats.org/drawingml/2006/main">
            <a:off x="485775" y="2372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4f22be6c4f7b472e"/>
              </a:rPr>
              <a:t>VAJRA superiority remains unproven.</a:t>
            </a:r>
            <a:endParaRPr sz="780" b="0" i="0" u="none" strike="noStrike" cap="none">
              <a:solidFill>
                <a:srgbClr val="000000"/>
              </a:solidFill>
              <a:latin typeface="Arial"/>
              <a:ea typeface="Arial"/>
              <a:cs typeface="Arial"/>
            </a:endParaRPr>
          </a:p>
        </p:txBody>
      </p:sp>
      <p:sp>
        <p:nvSpPr>
          <p:cNvPr id="619" name="Google Shape;619;p8">
            <a:extLst xmlns:a="http://schemas.openxmlformats.org/drawingml/2006/main">
              <a:ext uri="{FF2B5EF4-FFF2-40B4-BE49-F238E27FC236}">
                <a16:creationId xmlns:a16="http://schemas.microsoft.com/office/drawing/2014/main" id="{60FED03E-27F1-4F38-914F-AB02625CDB6F}"/>
              </a:ext>
            </a:extLst>
          </p:cNvPr>
          <p:cNvSpPr>
            <a:spLocks xmlns:a="http://schemas.openxmlformats.org/drawingml/2006/main" noGrp="1"/>
          </p:cNvSpPr>
          <p:nvPr/>
        </p:nvSpPr>
        <p:spPr>
          <a:xfrm xmlns:a="http://schemas.openxmlformats.org/drawingml/2006/main">
            <a:off x="419100" y="251579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8">
            <a:extLst xmlns:a="http://schemas.openxmlformats.org/drawingml/2006/main">
              <a:ext uri="{FF2B5EF4-FFF2-40B4-BE49-F238E27FC236}">
                <a16:creationId xmlns:a16="http://schemas.microsoft.com/office/drawing/2014/main" id="{8E825FAC-2B7C-49F9-9DE2-C79C8563AD40}"/>
              </a:ext>
            </a:extLst>
          </p:cNvPr>
          <p:cNvSpPr>
            <a:spLocks xmlns:a="http://schemas.openxmlformats.org/drawingml/2006/main" noGrp="1"/>
          </p:cNvSpPr>
          <p:nvPr/>
        </p:nvSpPr>
        <p:spPr>
          <a:xfrm xmlns:a="http://schemas.openxmlformats.org/drawingml/2006/main">
            <a:off x="485775" y="2534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4ce531822b5e4bf7"/>
              </a:rPr>
              <a:t>03  Indian observations (S3)</a:t>
            </a:r>
            <a:endParaRPr sz="860" b="0" i="0" u="none" strike="noStrike" cap="none">
              <a:solidFill>
                <a:srgbClr val="000000"/>
              </a:solidFill>
              <a:latin typeface="Arial"/>
              <a:ea typeface="Arial"/>
              <a:cs typeface="Arial"/>
            </a:endParaRPr>
          </a:p>
        </p:txBody>
      </p:sp>
      <p:sp>
        <p:nvSpPr>
          <p:cNvPr id="621" name="Google Shape;621;p8">
            <a:extLst xmlns:a="http://schemas.openxmlformats.org/drawingml/2006/main">
              <a:ext uri="{FF2B5EF4-FFF2-40B4-BE49-F238E27FC236}">
                <a16:creationId xmlns:a16="http://schemas.microsoft.com/office/drawing/2014/main" id="{F25D0323-3B6F-41F8-825D-B42DAAE54F45}"/>
              </a:ext>
            </a:extLst>
          </p:cNvPr>
          <p:cNvSpPr>
            <a:spLocks xmlns:a="http://schemas.openxmlformats.org/drawingml/2006/main" noGrp="1"/>
          </p:cNvSpPr>
          <p:nvPr/>
        </p:nvSpPr>
        <p:spPr>
          <a:xfrm xmlns:a="http://schemas.openxmlformats.org/drawingml/2006/main">
            <a:off x="485775" y="2668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5457cdb8b9944ebd"/>
              </a:rPr>
              <a:t>IMD, official data and API portal</a:t>
            </a:r>
            <a:endParaRPr sz="780" b="0" i="0" u="none" strike="noStrike" cap="none">
              <a:solidFill>
                <a:srgbClr val="000000"/>
              </a:solidFill>
              <a:latin typeface="Arial"/>
              <a:ea typeface="Arial"/>
              <a:cs typeface="Arial"/>
            </a:endParaRPr>
          </a:p>
        </p:txBody>
      </p:sp>
      <p:sp>
        <p:nvSpPr>
          <p:cNvPr id="622" name="Google Shape;622;p8">
            <a:extLst xmlns:a="http://schemas.openxmlformats.org/drawingml/2006/main">
              <a:ext uri="{FF2B5EF4-FFF2-40B4-BE49-F238E27FC236}">
                <a16:creationId xmlns:a16="http://schemas.microsoft.com/office/drawing/2014/main" id="{DA3DF28F-05B6-42B9-A52A-02F5274EB98E}"/>
              </a:ext>
            </a:extLst>
          </p:cNvPr>
          <p:cNvSpPr>
            <a:spLocks xmlns:a="http://schemas.openxmlformats.org/drawingml/2006/main" noGrp="1"/>
          </p:cNvSpPr>
          <p:nvPr/>
        </p:nvSpPr>
        <p:spPr>
          <a:xfrm xmlns:a="http://schemas.openxmlformats.org/drawingml/2006/main">
            <a:off x="485775" y="27777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e3c672bd552d45cb"/>
              </a:rPr>
              <a:t>Station, radar and warning information.</a:t>
            </a:r>
            <a:endParaRPr sz="780" b="0" i="0" u="none" strike="noStrike" cap="none">
              <a:solidFill>
                <a:srgbClr val="000000"/>
              </a:solidFill>
              <a:latin typeface="Arial"/>
              <a:ea typeface="Arial"/>
              <a:cs typeface="Arial"/>
            </a:endParaRPr>
          </a:p>
        </p:txBody>
      </p:sp>
      <p:sp>
        <p:nvSpPr>
          <p:cNvPr id="623" name="Google Shape;623;p8">
            <a:extLst xmlns:a="http://schemas.openxmlformats.org/drawingml/2006/main">
              <a:ext uri="{FF2B5EF4-FFF2-40B4-BE49-F238E27FC236}">
                <a16:creationId xmlns:a16="http://schemas.microsoft.com/office/drawing/2014/main" id="{1AF987B9-31B9-4BA4-B75B-EC0EC94F24B3}"/>
              </a:ext>
            </a:extLst>
          </p:cNvPr>
          <p:cNvSpPr>
            <a:spLocks xmlns:a="http://schemas.openxmlformats.org/drawingml/2006/main" noGrp="1"/>
          </p:cNvSpPr>
          <p:nvPr/>
        </p:nvSpPr>
        <p:spPr>
          <a:xfrm xmlns:a="http://schemas.openxmlformats.org/drawingml/2006/main">
            <a:off x="485775" y="28872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de5dec921f964f95"/>
              </a:rPr>
              <a:t>Numeric NCR radar access still needed.</a:t>
            </a:r>
            <a:endParaRPr sz="780" b="0" i="0" u="none" strike="noStrike" cap="none">
              <a:solidFill>
                <a:srgbClr val="000000"/>
              </a:solidFill>
              <a:latin typeface="Arial"/>
              <a:ea typeface="Arial"/>
              <a:cs typeface="Arial"/>
            </a:endParaRPr>
          </a:p>
        </p:txBody>
      </p:sp>
      <p:sp>
        <p:nvSpPr>
          <p:cNvPr id="624" name="Google Shape;624;p8">
            <a:extLst xmlns:a="http://schemas.openxmlformats.org/drawingml/2006/main">
              <a:ext uri="{FF2B5EF4-FFF2-40B4-BE49-F238E27FC236}">
                <a16:creationId xmlns:a16="http://schemas.microsoft.com/office/drawing/2014/main" id="{A0BA457A-04CC-40CE-9033-35D1CD179F0B}"/>
              </a:ext>
            </a:extLst>
          </p:cNvPr>
          <p:cNvSpPr>
            <a:spLocks xmlns:a="http://schemas.openxmlformats.org/drawingml/2006/main" noGrp="1"/>
          </p:cNvSpPr>
          <p:nvPr/>
        </p:nvSpPr>
        <p:spPr>
          <a:xfrm xmlns:a="http://schemas.openxmlformats.org/drawingml/2006/main">
            <a:off x="419100" y="30301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8">
            <a:extLst xmlns:a="http://schemas.openxmlformats.org/drawingml/2006/main">
              <a:ext uri="{FF2B5EF4-FFF2-40B4-BE49-F238E27FC236}">
                <a16:creationId xmlns:a16="http://schemas.microsoft.com/office/drawing/2014/main" id="{CF378906-48FF-4316-869F-B0C7ED3BD958}"/>
              </a:ext>
            </a:extLst>
          </p:cNvPr>
          <p:cNvSpPr>
            <a:spLocks xmlns:a="http://schemas.openxmlformats.org/drawingml/2006/main" noGrp="1"/>
          </p:cNvSpPr>
          <p:nvPr/>
        </p:nvSpPr>
        <p:spPr>
          <a:xfrm xmlns:a="http://schemas.openxmlformats.org/drawingml/2006/main">
            <a:off x="485775" y="3049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0825e68f9b054ddc"/>
              </a:rPr>
              <a:t>04  INSAT data and rights (S3)</a:t>
            </a:r>
            <a:endParaRPr sz="860" b="0" i="0" u="none" strike="noStrike" cap="none">
              <a:solidFill>
                <a:srgbClr val="000000"/>
              </a:solidFill>
              <a:latin typeface="Arial"/>
              <a:ea typeface="Arial"/>
              <a:cs typeface="Arial"/>
            </a:endParaRPr>
          </a:p>
        </p:txBody>
      </p:sp>
      <p:sp>
        <p:nvSpPr>
          <p:cNvPr id="626" name="Google Shape;626;p8">
            <a:extLst xmlns:a="http://schemas.openxmlformats.org/drawingml/2006/main">
              <a:ext uri="{FF2B5EF4-FFF2-40B4-BE49-F238E27FC236}">
                <a16:creationId xmlns:a16="http://schemas.microsoft.com/office/drawing/2014/main" id="{2F34955D-2883-42FC-BDEC-DC9D02DB8900}"/>
              </a:ext>
            </a:extLst>
          </p:cNvPr>
          <p:cNvSpPr>
            <a:spLocks xmlns:a="http://schemas.openxmlformats.org/drawingml/2006/main" noGrp="1"/>
          </p:cNvSpPr>
          <p:nvPr/>
        </p:nvSpPr>
        <p:spPr>
          <a:xfrm xmlns:a="http://schemas.openxmlformats.org/drawingml/2006/main">
            <a:off x="485775" y="3182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d612a61abf3c48f8"/>
              </a:rPr>
              <a:t>ISRO MOSDAC data guidelines</a:t>
            </a:r>
            <a:endParaRPr sz="780" b="0" i="0" u="none" strike="noStrike" cap="none">
              <a:solidFill>
                <a:srgbClr val="000000"/>
              </a:solidFill>
              <a:latin typeface="Arial"/>
              <a:ea typeface="Arial"/>
              <a:cs typeface="Arial"/>
            </a:endParaRPr>
          </a:p>
        </p:txBody>
      </p:sp>
      <p:sp>
        <p:nvSpPr>
          <p:cNvPr id="627" name="Google Shape;627;p8">
            <a:extLst xmlns:a="http://schemas.openxmlformats.org/drawingml/2006/main">
              <a:ext uri="{FF2B5EF4-FFF2-40B4-BE49-F238E27FC236}">
                <a16:creationId xmlns:a16="http://schemas.microsoft.com/office/drawing/2014/main" id="{6C5BE38A-F530-48F5-A5D5-3C580CD50D15}"/>
              </a:ext>
            </a:extLst>
          </p:cNvPr>
          <p:cNvSpPr>
            <a:spLocks xmlns:a="http://schemas.openxmlformats.org/drawingml/2006/main" noGrp="1"/>
          </p:cNvSpPr>
          <p:nvPr/>
        </p:nvSpPr>
        <p:spPr>
          <a:xfrm xmlns:a="http://schemas.openxmlformats.org/drawingml/2006/main">
            <a:off x="485775" y="3292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7673306616c94e4d"/>
              </a:rPr>
              <a:t>Satellite observations and permitted use.</a:t>
            </a:r>
            <a:endParaRPr sz="780" b="0" i="0" u="none" strike="noStrike" cap="none">
              <a:solidFill>
                <a:srgbClr val="000000"/>
              </a:solidFill>
              <a:latin typeface="Arial"/>
              <a:ea typeface="Arial"/>
              <a:cs typeface="Arial"/>
            </a:endParaRPr>
          </a:p>
        </p:txBody>
      </p:sp>
      <p:sp>
        <p:nvSpPr>
          <p:cNvPr id="628" name="Google Shape;628;p8">
            <a:extLst xmlns:a="http://schemas.openxmlformats.org/drawingml/2006/main">
              <a:ext uri="{FF2B5EF4-FFF2-40B4-BE49-F238E27FC236}">
                <a16:creationId xmlns:a16="http://schemas.microsoft.com/office/drawing/2014/main" id="{6E96FB7E-9892-4C1B-B63A-505AEBEDB0A0}"/>
              </a:ext>
            </a:extLst>
          </p:cNvPr>
          <p:cNvSpPr>
            <a:spLocks xmlns:a="http://schemas.openxmlformats.org/drawingml/2006/main" noGrp="1"/>
          </p:cNvSpPr>
          <p:nvPr/>
        </p:nvSpPr>
        <p:spPr>
          <a:xfrm xmlns:a="http://schemas.openxmlformats.org/drawingml/2006/main">
            <a:off x="485775" y="3401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88cde33e201f45cf"/>
              </a:rPr>
              <a:t>Confirm redistribution before any release.</a:t>
            </a:r>
            <a:endParaRPr sz="780" b="0" i="0" u="none" strike="noStrike" cap="none">
              <a:solidFill>
                <a:srgbClr val="000000"/>
              </a:solidFill>
              <a:latin typeface="Arial"/>
              <a:ea typeface="Arial"/>
              <a:cs typeface="Arial"/>
            </a:endParaRPr>
          </a:p>
        </p:txBody>
      </p:sp>
      <p:sp>
        <p:nvSpPr>
          <p:cNvPr id="629" name="Google Shape;629;p8">
            <a:extLst xmlns:a="http://schemas.openxmlformats.org/drawingml/2006/main">
              <a:ext uri="{FF2B5EF4-FFF2-40B4-BE49-F238E27FC236}">
                <a16:creationId xmlns:a16="http://schemas.microsoft.com/office/drawing/2014/main" id="{3E72D930-A988-4D99-8ADC-BDAC8AEA0870}"/>
              </a:ext>
            </a:extLst>
          </p:cNvPr>
          <p:cNvSpPr>
            <a:spLocks xmlns:a="http://schemas.openxmlformats.org/drawingml/2006/main" noGrp="1"/>
          </p:cNvSpPr>
          <p:nvPr/>
        </p:nvSpPr>
        <p:spPr>
          <a:xfrm xmlns:a="http://schemas.openxmlformats.org/drawingml/2006/main">
            <a:off x="419100" y="354449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0" name="Google Shape;630;p8">
            <a:extLst xmlns:a="http://schemas.openxmlformats.org/drawingml/2006/main">
              <a:ext uri="{FF2B5EF4-FFF2-40B4-BE49-F238E27FC236}">
                <a16:creationId xmlns:a16="http://schemas.microsoft.com/office/drawing/2014/main" id="{61732381-289A-4F60-B8E1-9886D173238E}"/>
              </a:ext>
            </a:extLst>
          </p:cNvPr>
          <p:cNvSpPr>
            <a:spLocks xmlns:a="http://schemas.openxmlformats.org/drawingml/2006/main" noGrp="1"/>
          </p:cNvSpPr>
          <p:nvPr/>
        </p:nvSpPr>
        <p:spPr>
          <a:xfrm xmlns:a="http://schemas.openxmlformats.org/drawingml/2006/main">
            <a:off x="485775" y="3563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7d9a3c073a1d4d5e"/>
              </a:rPr>
              <a:t>05  Indian lightning labels (S3)</a:t>
            </a:r>
            <a:endParaRPr sz="860" b="0" i="0" u="none" strike="noStrike" cap="none">
              <a:solidFill>
                <a:srgbClr val="000000"/>
              </a:solidFill>
              <a:latin typeface="Arial"/>
              <a:ea typeface="Arial"/>
              <a:cs typeface="Arial"/>
            </a:endParaRPr>
          </a:p>
        </p:txBody>
      </p:sp>
      <p:sp>
        <p:nvSpPr>
          <p:cNvPr id="631" name="Google Shape;631;p8">
            <a:extLst xmlns:a="http://schemas.openxmlformats.org/drawingml/2006/main">
              <a:ext uri="{FF2B5EF4-FFF2-40B4-BE49-F238E27FC236}">
                <a16:creationId xmlns:a16="http://schemas.microsoft.com/office/drawing/2014/main" id="{AA262BDB-D8C6-4105-B4EA-B861C7A4AD5F}"/>
              </a:ext>
            </a:extLst>
          </p:cNvPr>
          <p:cNvSpPr>
            <a:spLocks xmlns:a="http://schemas.openxmlformats.org/drawingml/2006/main" noGrp="1"/>
          </p:cNvSpPr>
          <p:nvPr/>
        </p:nvSpPr>
        <p:spPr>
          <a:xfrm xmlns:a="http://schemas.openxmlformats.org/drawingml/2006/main">
            <a:off x="485775" y="36968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a09f42a2567347e0"/>
              </a:rPr>
              <a:t>INCOIS catalogue, IITM network</a:t>
            </a:r>
            <a:endParaRPr sz="780" b="0" i="0" u="none" strike="noStrike" cap="none">
              <a:solidFill>
                <a:srgbClr val="000000"/>
              </a:solidFill>
              <a:latin typeface="Arial"/>
              <a:ea typeface="Arial"/>
              <a:cs typeface="Arial"/>
            </a:endParaRPr>
          </a:p>
        </p:txBody>
      </p:sp>
      <p:sp>
        <p:nvSpPr>
          <p:cNvPr id="632" name="Google Shape;632;p8">
            <a:extLst xmlns:a="http://schemas.openxmlformats.org/drawingml/2006/main">
              <a:ext uri="{FF2B5EF4-FFF2-40B4-BE49-F238E27FC236}">
                <a16:creationId xmlns:a16="http://schemas.microsoft.com/office/drawing/2014/main" id="{EA78F387-01E0-4517-B439-11338E954440}"/>
              </a:ext>
            </a:extLst>
          </p:cNvPr>
          <p:cNvSpPr>
            <a:spLocks xmlns:a="http://schemas.openxmlformats.org/drawingml/2006/main" noGrp="1"/>
          </p:cNvSpPr>
          <p:nvPr/>
        </p:nvSpPr>
        <p:spPr>
          <a:xfrm xmlns:a="http://schemas.openxmlformats.org/drawingml/2006/main">
            <a:off x="485775" y="38064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71cd5bd9eaf741b4"/>
              </a:rPr>
              <a:t>2019 stroke location, time and attributes.</a:t>
            </a:r>
            <a:endParaRPr sz="780" b="0" i="0" u="none" strike="noStrike" cap="none">
              <a:solidFill>
                <a:srgbClr val="000000"/>
              </a:solidFill>
              <a:latin typeface="Arial"/>
              <a:ea typeface="Arial"/>
              <a:cs typeface="Arial"/>
            </a:endParaRPr>
          </a:p>
        </p:txBody>
      </p:sp>
      <p:sp>
        <p:nvSpPr>
          <p:cNvPr id="633" name="Google Shape;633;p8">
            <a:extLst xmlns:a="http://schemas.openxmlformats.org/drawingml/2006/main">
              <a:ext uri="{FF2B5EF4-FFF2-40B4-BE49-F238E27FC236}">
                <a16:creationId xmlns:a16="http://schemas.microsoft.com/office/drawing/2014/main" id="{0774A371-4CBE-4BBF-AD5C-DFB3551B5006}"/>
              </a:ext>
            </a:extLst>
          </p:cNvPr>
          <p:cNvSpPr>
            <a:spLocks xmlns:a="http://schemas.openxmlformats.org/drawingml/2006/main" noGrp="1"/>
          </p:cNvSpPr>
          <p:nvPr/>
        </p:nvSpPr>
        <p:spPr>
          <a:xfrm xmlns:a="http://schemas.openxmlformats.org/drawingml/2006/main">
            <a:off x="485775" y="39159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b88949e809ce4089"/>
              </a:rPr>
              <a:t>Metadata is not a matched training corpus.</a:t>
            </a:r>
            <a:endParaRPr sz="780" b="0" i="0" u="none" strike="noStrike" cap="none">
              <a:solidFill>
                <a:srgbClr val="000000"/>
              </a:solidFill>
              <a:latin typeface="Arial"/>
              <a:ea typeface="Arial"/>
              <a:cs typeface="Arial"/>
            </a:endParaRPr>
          </a:p>
        </p:txBody>
      </p:sp>
      <p:sp>
        <p:nvSpPr>
          <p:cNvPr id="634" name="Google Shape;634;p8">
            <a:extLst xmlns:a="http://schemas.openxmlformats.org/drawingml/2006/main">
              <a:ext uri="{FF2B5EF4-FFF2-40B4-BE49-F238E27FC236}">
                <a16:creationId xmlns:a16="http://schemas.microsoft.com/office/drawing/2014/main" id="{1DBF40E1-BA7F-40A4-AE47-76BD2122B0A9}"/>
              </a:ext>
            </a:extLst>
          </p:cNvPr>
          <p:cNvSpPr>
            <a:spLocks xmlns:a="http://schemas.openxmlformats.org/drawingml/2006/main" noGrp="1"/>
          </p:cNvSpPr>
          <p:nvPr/>
        </p:nvSpPr>
        <p:spPr>
          <a:xfrm xmlns:a="http://schemas.openxmlformats.org/drawingml/2006/main">
            <a:off x="485775" y="402550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17bde81bc7094e9f"/>
              </a:rPr>
              <a:t>Network coverage is required for negatives.</a:t>
            </a:r>
            <a:endParaRPr sz="780" b="0" i="0" u="none" strike="noStrike" cap="none">
              <a:solidFill>
                <a:srgbClr val="000000"/>
              </a:solidFill>
              <a:latin typeface="Arial"/>
              <a:ea typeface="Arial"/>
              <a:cs typeface="Arial"/>
            </a:endParaRPr>
          </a:p>
        </p:txBody>
      </p:sp>
      <p:sp>
        <p:nvSpPr>
          <p:cNvPr id="635" name="Google Shape;635;p8">
            <a:extLst xmlns:a="http://schemas.openxmlformats.org/drawingml/2006/main">
              <a:ext uri="{FF2B5EF4-FFF2-40B4-BE49-F238E27FC236}">
                <a16:creationId xmlns:a16="http://schemas.microsoft.com/office/drawing/2014/main" id="{6D096CD4-B440-478D-902B-26A6C26188ED}"/>
              </a:ext>
            </a:extLst>
          </p:cNvPr>
          <p:cNvSpPr>
            <a:spLocks xmlns:a="http://schemas.openxmlformats.org/drawingml/2006/main" noGrp="1"/>
          </p:cNvSpPr>
          <p:nvPr/>
        </p:nvSpPr>
        <p:spPr>
          <a:xfrm xmlns:a="http://schemas.openxmlformats.org/drawingml/2006/main">
            <a:off x="419100" y="417314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6" name="Google Shape;636;p8">
            <a:extLst xmlns:a="http://schemas.openxmlformats.org/drawingml/2006/main">
              <a:ext uri="{FF2B5EF4-FFF2-40B4-BE49-F238E27FC236}">
                <a16:creationId xmlns:a16="http://schemas.microsoft.com/office/drawing/2014/main" id="{2FBE0881-AA1A-4756-B047-0A277B025AB4}"/>
              </a:ext>
            </a:extLst>
          </p:cNvPr>
          <p:cNvSpPr>
            <a:spLocks xmlns:a="http://schemas.openxmlformats.org/drawingml/2006/main" noGrp="1"/>
          </p:cNvSpPr>
          <p:nvPr/>
        </p:nvSpPr>
        <p:spPr>
          <a:xfrm xmlns:a="http://schemas.openxmlformats.org/drawingml/2006/main">
            <a:off x="485775" y="4192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f9c467dac5444a85"/>
              </a:rPr>
              <a:t>06  Supplemental rain labels (S3)</a:t>
            </a:r>
            <a:endParaRPr sz="860" b="0" i="0" u="none" strike="noStrike" cap="none">
              <a:solidFill>
                <a:srgbClr val="000000"/>
              </a:solidFill>
              <a:latin typeface="Arial"/>
              <a:ea typeface="Arial"/>
              <a:cs typeface="Arial"/>
            </a:endParaRPr>
          </a:p>
        </p:txBody>
      </p:sp>
      <p:sp>
        <p:nvSpPr>
          <p:cNvPr id="637" name="Google Shape;637;p8">
            <a:extLst xmlns:a="http://schemas.openxmlformats.org/drawingml/2006/main">
              <a:ext uri="{FF2B5EF4-FFF2-40B4-BE49-F238E27FC236}">
                <a16:creationId xmlns:a16="http://schemas.microsoft.com/office/drawing/2014/main" id="{4F214CE4-941E-47E6-8E11-883535D13C3B}"/>
              </a:ext>
            </a:extLst>
          </p:cNvPr>
          <p:cNvSpPr>
            <a:spLocks xmlns:a="http://schemas.openxmlformats.org/drawingml/2006/main" noGrp="1"/>
          </p:cNvSpPr>
          <p:nvPr/>
        </p:nvSpPr>
        <p:spPr>
          <a:xfrm xmlns:a="http://schemas.openxmlformats.org/drawingml/2006/main">
            <a:off x="485775" y="4325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714897098bd54967"/>
              </a:rPr>
              <a:t>NASA GPM IMERG V07</a:t>
            </a:r>
            <a:endParaRPr sz="780" b="0" i="0" u="none" strike="noStrike" cap="none">
              <a:solidFill>
                <a:srgbClr val="000000"/>
              </a:solidFill>
              <a:latin typeface="Arial"/>
              <a:ea typeface="Arial"/>
              <a:cs typeface="Arial"/>
            </a:endParaRPr>
          </a:p>
        </p:txBody>
      </p:sp>
      <p:sp>
        <p:nvSpPr>
          <p:cNvPr id="638" name="Google Shape;638;p8">
            <a:extLst xmlns:a="http://schemas.openxmlformats.org/drawingml/2006/main">
              <a:ext uri="{FF2B5EF4-FFF2-40B4-BE49-F238E27FC236}">
                <a16:creationId xmlns:a16="http://schemas.microsoft.com/office/drawing/2014/main" id="{DE952BD2-C4D4-4D53-AC98-04119487C596}"/>
              </a:ext>
            </a:extLst>
          </p:cNvPr>
          <p:cNvSpPr>
            <a:spLocks xmlns:a="http://schemas.openxmlformats.org/drawingml/2006/main" noGrp="1"/>
          </p:cNvSpPr>
          <p:nvPr/>
        </p:nvSpPr>
        <p:spPr>
          <a:xfrm xmlns:a="http://schemas.openxmlformats.org/drawingml/2006/main">
            <a:off x="485775" y="4435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8d6129699e334aa3"/>
              </a:rPr>
              <a:t>Half-hourly rain estimates at 0.1 degree.</a:t>
            </a:r>
            <a:endParaRPr sz="780" b="0" i="0" u="none" strike="noStrike" cap="none">
              <a:solidFill>
                <a:srgbClr val="000000"/>
              </a:solidFill>
              <a:latin typeface="Arial"/>
              <a:ea typeface="Arial"/>
              <a:cs typeface="Arial"/>
            </a:endParaRPr>
          </a:p>
        </p:txBody>
      </p:sp>
      <p:sp>
        <p:nvSpPr>
          <p:cNvPr id="639" name="Google Shape;639;p8">
            <a:extLst xmlns:a="http://schemas.openxmlformats.org/drawingml/2006/main">
              <a:ext uri="{FF2B5EF4-FFF2-40B4-BE49-F238E27FC236}">
                <a16:creationId xmlns:a16="http://schemas.microsoft.com/office/drawing/2014/main" id="{D1D04D53-F218-4304-BEB9-1CCE7B33D50E}"/>
              </a:ext>
            </a:extLst>
          </p:cNvPr>
          <p:cNvSpPr>
            <a:spLocks xmlns:a="http://schemas.openxmlformats.org/drawingml/2006/main" noGrp="1"/>
          </p:cNvSpPr>
          <p:nvPr/>
        </p:nvSpPr>
        <p:spPr>
          <a:xfrm xmlns:a="http://schemas.openxmlformats.org/drawingml/2006/main">
            <a:off x="485775" y="4544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cc8b958772cb49b6"/>
              </a:rPr>
              <a:t>Check latency and quality before use.</a:t>
            </a:r>
            <a:endParaRPr sz="780" b="0" i="0" u="none" strike="noStrike" cap="none">
              <a:solidFill>
                <a:srgbClr val="000000"/>
              </a:solidFill>
              <a:latin typeface="Arial"/>
              <a:ea typeface="Arial"/>
              <a:cs typeface="Arial"/>
            </a:endParaRPr>
          </a:p>
        </p:txBody>
      </p:sp>
      <p:sp>
        <p:nvSpPr>
          <p:cNvPr id="640" name="Google Shape;640;p8">
            <a:extLst xmlns:a="http://schemas.openxmlformats.org/drawingml/2006/main">
              <a:ext uri="{FF2B5EF4-FFF2-40B4-BE49-F238E27FC236}">
                <a16:creationId xmlns:a16="http://schemas.microsoft.com/office/drawing/2014/main" id="{50D8E78A-9210-46E1-9B4E-01C8E9ACA96A}"/>
              </a:ext>
            </a:extLst>
          </p:cNvPr>
          <p:cNvSpPr>
            <a:spLocks xmlns:a="http://schemas.openxmlformats.org/drawingml/2006/main" noGrp="1"/>
          </p:cNvSpPr>
          <p:nvPr/>
        </p:nvSpPr>
        <p:spPr>
          <a:xfrm xmlns:a="http://schemas.openxmlformats.org/drawingml/2006/main">
            <a:off x="485775" y="465415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55b687e3e2d44dfa"/>
              </a:rPr>
              <a:t>Not independent street-scale gauge truth.</a:t>
            </a:r>
            <a:endParaRPr sz="780" b="0" i="0" u="none" strike="noStrike" cap="none">
              <a:solidFill>
                <a:srgbClr val="000000"/>
              </a:solidFill>
              <a:latin typeface="Arial"/>
              <a:ea typeface="Arial"/>
              <a:cs typeface="Arial"/>
            </a:endParaRPr>
          </a:p>
        </p:txBody>
      </p:sp>
      <p:sp>
        <p:nvSpPr>
          <p:cNvPr id="641" name="Google Shape;641;p8">
            <a:extLst xmlns:a="http://schemas.openxmlformats.org/drawingml/2006/main">
              <a:ext uri="{FF2B5EF4-FFF2-40B4-BE49-F238E27FC236}">
                <a16:creationId xmlns:a16="http://schemas.microsoft.com/office/drawing/2014/main" id="{929EC6E0-FDB8-4E92-B294-787063684749}"/>
              </a:ext>
            </a:extLst>
          </p:cNvPr>
          <p:cNvSpPr>
            <a:spLocks xmlns:a="http://schemas.openxmlformats.org/drawingml/2006/main" noGrp="1"/>
          </p:cNvSpPr>
          <p:nvPr/>
        </p:nvSpPr>
        <p:spPr>
          <a:xfrm xmlns:a="http://schemas.openxmlformats.org/drawingml/2006/main">
            <a:off x="419100" y="480179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2" name="Google Shape;642;p8">
            <a:extLst xmlns:a="http://schemas.openxmlformats.org/drawingml/2006/main">
              <a:ext uri="{FF2B5EF4-FFF2-40B4-BE49-F238E27FC236}">
                <a16:creationId xmlns:a16="http://schemas.microsoft.com/office/drawing/2014/main" id="{7E90350B-922C-4E78-8A22-05864771A827}"/>
              </a:ext>
            </a:extLst>
          </p:cNvPr>
          <p:cNvSpPr>
            <a:spLocks xmlns:a="http://schemas.openxmlformats.org/drawingml/2006/main" noGrp="1"/>
          </p:cNvSpPr>
          <p:nvPr/>
        </p:nvSpPr>
        <p:spPr>
          <a:xfrm xmlns:a="http://schemas.openxmlformats.org/drawingml/2006/main">
            <a:off x="485775" y="4820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5b6652db20d44897"/>
              </a:rPr>
              <a:t>07  Environmental model inputs (S3)</a:t>
            </a:r>
            <a:endParaRPr sz="860" b="0" i="0" u="none" strike="noStrike" cap="none">
              <a:solidFill>
                <a:srgbClr val="000000"/>
              </a:solidFill>
              <a:latin typeface="Arial"/>
              <a:ea typeface="Arial"/>
              <a:cs typeface="Arial"/>
            </a:endParaRPr>
          </a:p>
        </p:txBody>
      </p:sp>
      <p:sp>
        <p:nvSpPr>
          <p:cNvPr id="643" name="Google Shape;643;p8">
            <a:extLst xmlns:a="http://schemas.openxmlformats.org/drawingml/2006/main">
              <a:ext uri="{FF2B5EF4-FFF2-40B4-BE49-F238E27FC236}">
                <a16:creationId xmlns:a16="http://schemas.microsoft.com/office/drawing/2014/main" id="{FDDD32F7-6887-4AC1-BE4C-C64004D5EEAA}"/>
              </a:ext>
            </a:extLst>
          </p:cNvPr>
          <p:cNvSpPr>
            <a:spLocks xmlns:a="http://schemas.openxmlformats.org/drawingml/2006/main" noGrp="1"/>
          </p:cNvSpPr>
          <p:nvPr/>
        </p:nvSpPr>
        <p:spPr>
          <a:xfrm xmlns:a="http://schemas.openxmlformats.org/drawingml/2006/main">
            <a:off x="485775" y="4954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6370f97000264336"/>
              </a:rPr>
              <a:t>Open-Meteo forecast API</a:t>
            </a:r>
            <a:endParaRPr sz="780" b="0" i="0" u="none" strike="noStrike" cap="none">
              <a:solidFill>
                <a:srgbClr val="000000"/>
              </a:solidFill>
              <a:latin typeface="Arial"/>
              <a:ea typeface="Arial"/>
              <a:cs typeface="Arial"/>
            </a:endParaRPr>
          </a:p>
        </p:txBody>
      </p:sp>
      <p:sp>
        <p:nvSpPr>
          <p:cNvPr id="644" name="Google Shape;644;p8">
            <a:extLst xmlns:a="http://schemas.openxmlformats.org/drawingml/2006/main">
              <a:ext uri="{FF2B5EF4-FFF2-40B4-BE49-F238E27FC236}">
                <a16:creationId xmlns:a16="http://schemas.microsoft.com/office/drawing/2014/main" id="{0F78E67D-10EE-4E76-A12D-CC8F26C186E8}"/>
              </a:ext>
            </a:extLst>
          </p:cNvPr>
          <p:cNvSpPr>
            <a:spLocks xmlns:a="http://schemas.openxmlformats.org/drawingml/2006/main" noGrp="1"/>
          </p:cNvSpPr>
          <p:nvPr/>
        </p:nvSpPr>
        <p:spPr>
          <a:xfrm xmlns:a="http://schemas.openxmlformats.org/drawingml/2006/main">
            <a:off x="485775" y="50637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16396249a5ca4517"/>
              </a:rPr>
              <a:t>CAPE, humidity, wind and model rain.</a:t>
            </a:r>
            <a:endParaRPr sz="780" b="0" i="0" u="none" strike="noStrike" cap="none">
              <a:solidFill>
                <a:srgbClr val="000000"/>
              </a:solidFill>
              <a:latin typeface="Arial"/>
              <a:ea typeface="Arial"/>
              <a:cs typeface="Arial"/>
            </a:endParaRPr>
          </a:p>
        </p:txBody>
      </p:sp>
      <p:sp>
        <p:nvSpPr>
          <p:cNvPr id="645" name="Google Shape;645;p8">
            <a:extLst xmlns:a="http://schemas.openxmlformats.org/drawingml/2006/main">
              <a:ext uri="{FF2B5EF4-FFF2-40B4-BE49-F238E27FC236}">
                <a16:creationId xmlns:a16="http://schemas.microsoft.com/office/drawing/2014/main" id="{A87BA891-E7BB-4E26-A896-04670DEA4620}"/>
              </a:ext>
            </a:extLst>
          </p:cNvPr>
          <p:cNvSpPr>
            <a:spLocks xmlns:a="http://schemas.openxmlformats.org/drawingml/2006/main" noGrp="1"/>
          </p:cNvSpPr>
          <p:nvPr/>
        </p:nvSpPr>
        <p:spPr>
          <a:xfrm xmlns:a="http://schemas.openxmlformats.org/drawingml/2006/main">
            <a:off x="485775" y="51732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3d65237e9af14b05"/>
              </a:rPr>
              <a:t>Forecast context, not observed rain truth.</a:t>
            </a:r>
            <a:endParaRPr sz="780" b="0" i="0" u="none" strike="noStrike" cap="none">
              <a:solidFill>
                <a:srgbClr val="000000"/>
              </a:solidFill>
              <a:latin typeface="Arial"/>
              <a:ea typeface="Arial"/>
              <a:cs typeface="Arial"/>
            </a:endParaRPr>
          </a:p>
        </p:txBody>
      </p:sp>
      <p:sp>
        <p:nvSpPr>
          <p:cNvPr id="646" name="Google Shape;646;p8">
            <a:extLst xmlns:a="http://schemas.openxmlformats.org/drawingml/2006/main">
              <a:ext uri="{FF2B5EF4-FFF2-40B4-BE49-F238E27FC236}">
                <a16:creationId xmlns:a16="http://schemas.microsoft.com/office/drawing/2014/main" id="{CB439D3D-2F4A-443C-B4C8-088537D44AD1}"/>
              </a:ext>
            </a:extLst>
          </p:cNvPr>
          <p:cNvSpPr>
            <a:spLocks xmlns:a="http://schemas.openxmlformats.org/drawingml/2006/main" noGrp="1"/>
          </p:cNvSpPr>
          <p:nvPr/>
        </p:nvSpPr>
        <p:spPr>
          <a:xfrm xmlns:a="http://schemas.openxmlformats.org/drawingml/2006/main">
            <a:off x="419100" y="53161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7" name="Google Shape;647;p8">
            <a:extLst xmlns:a="http://schemas.openxmlformats.org/drawingml/2006/main">
              <a:ext uri="{FF2B5EF4-FFF2-40B4-BE49-F238E27FC236}">
                <a16:creationId xmlns:a16="http://schemas.microsoft.com/office/drawing/2014/main" id="{A8C6A117-89A6-482F-9CAB-41380619575D}"/>
              </a:ext>
            </a:extLst>
          </p:cNvPr>
          <p:cNvSpPr>
            <a:spLocks xmlns:a="http://schemas.openxmlformats.org/drawingml/2006/main" noGrp="1"/>
          </p:cNvSpPr>
          <p:nvPr/>
        </p:nvSpPr>
        <p:spPr>
          <a:xfrm xmlns:a="http://schemas.openxmlformats.org/drawingml/2006/main">
            <a:off x="485775" y="5335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b7bbfc31a6cd45bb"/>
              </a:rPr>
              <a:t>08  Operational forecast context (S4)</a:t>
            </a:r>
            <a:endParaRPr sz="860" b="0" i="0" u="none" strike="noStrike" cap="none">
              <a:solidFill>
                <a:srgbClr val="000000"/>
              </a:solidFill>
              <a:latin typeface="Arial"/>
              <a:ea typeface="Arial"/>
              <a:cs typeface="Arial"/>
            </a:endParaRPr>
          </a:p>
        </p:txBody>
      </p:sp>
      <p:sp>
        <p:nvSpPr>
          <p:cNvPr id="648" name="Google Shape;648;p8">
            <a:extLst xmlns:a="http://schemas.openxmlformats.org/drawingml/2006/main">
              <a:ext uri="{FF2B5EF4-FFF2-40B4-BE49-F238E27FC236}">
                <a16:creationId xmlns:a16="http://schemas.microsoft.com/office/drawing/2014/main" id="{078F89EA-98F0-4ECF-BBCD-EC7C78D1990C}"/>
              </a:ext>
            </a:extLst>
          </p:cNvPr>
          <p:cNvSpPr>
            <a:spLocks xmlns:a="http://schemas.openxmlformats.org/drawingml/2006/main" noGrp="1"/>
          </p:cNvSpPr>
          <p:nvPr/>
        </p:nvSpPr>
        <p:spPr>
          <a:xfrm xmlns:a="http://schemas.openxmlformats.org/drawingml/2006/main">
            <a:off x="485775" y="5468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42576B"/>
                </a:solidFill>
                <a:latin typeface="Arial"/>
                <a:ea typeface="Arial"/>
                <a:cs typeface="Arial"/>
                <a:hlinkClick xmlns:r="http://schemas.openxmlformats.org/officeDocument/2006/relationships" r:id="R7fb4d7e00e8a417f"/>
              </a:rPr>
              <a:t>IMD forecasting SOP</a:t>
            </a:r>
            <a:endParaRPr sz="780" b="0" i="0" u="none" strike="noStrike" cap="none">
              <a:solidFill>
                <a:srgbClr val="000000"/>
              </a:solidFill>
              <a:latin typeface="Arial"/>
              <a:ea typeface="Arial"/>
              <a:cs typeface="Arial"/>
            </a:endParaRPr>
          </a:p>
        </p:txBody>
      </p:sp>
      <p:sp>
        <p:nvSpPr>
          <p:cNvPr id="649" name="Google Shape;649;p8">
            <a:extLst xmlns:a="http://schemas.openxmlformats.org/drawingml/2006/main">
              <a:ext uri="{FF2B5EF4-FFF2-40B4-BE49-F238E27FC236}">
                <a16:creationId xmlns:a16="http://schemas.microsoft.com/office/drawing/2014/main" id="{207FF965-DEA5-41B6-8210-3474C088FDF2}"/>
              </a:ext>
            </a:extLst>
          </p:cNvPr>
          <p:cNvSpPr>
            <a:spLocks xmlns:a="http://schemas.openxmlformats.org/drawingml/2006/main" noGrp="1"/>
          </p:cNvSpPr>
          <p:nvPr/>
        </p:nvSpPr>
        <p:spPr>
          <a:xfrm xmlns:a="http://schemas.openxmlformats.org/drawingml/2006/main">
            <a:off x="485775" y="5578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f3666983e2264b0a"/>
              </a:rPr>
              <a:t>Warning practice and forecast definitions.</a:t>
            </a:r>
            <a:endParaRPr sz="780" b="0" i="0" u="none" strike="noStrike" cap="none">
              <a:solidFill>
                <a:srgbClr val="000000"/>
              </a:solidFill>
              <a:latin typeface="Arial"/>
              <a:ea typeface="Arial"/>
              <a:cs typeface="Arial"/>
            </a:endParaRPr>
          </a:p>
        </p:txBody>
      </p:sp>
      <p:sp>
        <p:nvSpPr>
          <p:cNvPr id="650" name="Google Shape;650;p8">
            <a:extLst xmlns:a="http://schemas.openxmlformats.org/drawingml/2006/main">
              <a:ext uri="{FF2B5EF4-FFF2-40B4-BE49-F238E27FC236}">
                <a16:creationId xmlns:a16="http://schemas.microsoft.com/office/drawing/2014/main" id="{2AB50DD0-FB01-4BE6-84B3-CC31685BC62F}"/>
              </a:ext>
            </a:extLst>
          </p:cNvPr>
          <p:cNvSpPr>
            <a:spLocks xmlns:a="http://schemas.openxmlformats.org/drawingml/2006/main" noGrp="1"/>
          </p:cNvSpPr>
          <p:nvPr/>
        </p:nvSpPr>
        <p:spPr>
          <a:xfrm xmlns:a="http://schemas.openxmlformats.org/drawingml/2006/main">
            <a:off x="485775" y="5687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f451eee39b4a4ef8"/>
              </a:rPr>
              <a:t>Compare only matched windows and areas.</a:t>
            </a:r>
            <a:endParaRPr sz="780" b="0" i="0" u="none" strike="noStrike" cap="none">
              <a:solidFill>
                <a:srgbClr val="000000"/>
              </a:solidFill>
              <a:latin typeface="Arial"/>
              <a:ea typeface="Arial"/>
              <a:cs typeface="Arial"/>
            </a:endParaRPr>
          </a:p>
        </p:txBody>
      </p:sp>
      <p:sp>
        <p:nvSpPr>
          <p:cNvPr id="651" name="Google Shape;651;p8">
            <a:extLst xmlns:a="http://schemas.openxmlformats.org/drawingml/2006/main">
              <a:ext uri="{FF2B5EF4-FFF2-40B4-BE49-F238E27FC236}">
                <a16:creationId xmlns:a16="http://schemas.microsoft.com/office/drawing/2014/main" id="{3764C636-FBA5-4994-8584-1D3689DC7152}"/>
              </a:ext>
            </a:extLst>
          </p:cNvPr>
          <p:cNvSpPr>
            <a:spLocks xmlns:a="http://schemas.openxmlformats.org/drawingml/2006/main" noGrp="1"/>
          </p:cNvSpPr>
          <p:nvPr/>
        </p:nvSpPr>
        <p:spPr>
          <a:xfrm xmlns:a="http://schemas.openxmlformats.org/drawingml/2006/main">
            <a:off x="3276600" y="1487091"/>
            <a:ext cx="2762400" cy="485700"/>
          </a:xfrm>
          <a:prstGeom xmlns:a="http://schemas.openxmlformats.org/drawingml/2006/main" prst="rect">
            <a:avLst/>
          </a:prstGeom>
          <a:solidFill xmlns:a="http://schemas.openxmlformats.org/drawingml/2006/main">
            <a:srgbClr val="F3F7FB"/>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2" name="Google Shape;652;p8">
            <a:extLst xmlns:a="http://schemas.openxmlformats.org/drawingml/2006/main">
              <a:ext uri="{FF2B5EF4-FFF2-40B4-BE49-F238E27FC236}">
                <a16:creationId xmlns:a16="http://schemas.microsoft.com/office/drawing/2014/main" id="{B94469A1-E4DC-4737-A19F-8715B0863C03}"/>
              </a:ext>
            </a:extLst>
          </p:cNvPr>
          <p:cNvSpPr>
            <a:spLocks xmlns:a="http://schemas.openxmlformats.org/drawingml/2006/main" noGrp="1"/>
          </p:cNvSpPr>
          <p:nvPr/>
        </p:nvSpPr>
        <p:spPr>
          <a:xfrm xmlns:a="http://schemas.openxmlformats.org/drawingml/2006/main">
            <a:off x="3343275" y="1506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e17ada7b773c4f67"/>
              </a:rPr>
              <a:t>09  Temporal image model (S3)</a:t>
            </a:r>
            <a:endParaRPr sz="860" b="0" i="0" u="none" strike="noStrike" cap="none">
              <a:solidFill>
                <a:srgbClr val="000000"/>
              </a:solidFill>
              <a:latin typeface="Arial"/>
              <a:ea typeface="Arial"/>
              <a:cs typeface="Arial"/>
            </a:endParaRPr>
          </a:p>
        </p:txBody>
      </p:sp>
      <p:sp>
        <p:nvSpPr>
          <p:cNvPr id="653" name="Google Shape;653;p8">
            <a:extLst xmlns:a="http://schemas.openxmlformats.org/drawingml/2006/main">
              <a:ext uri="{FF2B5EF4-FFF2-40B4-BE49-F238E27FC236}">
                <a16:creationId xmlns:a16="http://schemas.microsoft.com/office/drawing/2014/main" id="{1E28737E-459A-47E6-BAD8-3ADCC4CC9FEF}"/>
              </a:ext>
            </a:extLst>
          </p:cNvPr>
          <p:cNvSpPr>
            <a:spLocks xmlns:a="http://schemas.openxmlformats.org/drawingml/2006/main" noGrp="1"/>
          </p:cNvSpPr>
          <p:nvPr/>
        </p:nvSpPr>
        <p:spPr>
          <a:xfrm xmlns:a="http://schemas.openxmlformats.org/drawingml/2006/main">
            <a:off x="3343275" y="1639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0e38cdea8c3448b5"/>
              </a:rPr>
              <a:t>Shi et al., ConvLSTM (2015)</a:t>
            </a:r>
            <a:endParaRPr sz="780" b="0" i="0" u="none" strike="noStrike" cap="none">
              <a:solidFill>
                <a:srgbClr val="000000"/>
              </a:solidFill>
              <a:latin typeface="Arial"/>
              <a:ea typeface="Arial"/>
              <a:cs typeface="Arial"/>
            </a:endParaRPr>
          </a:p>
        </p:txBody>
      </p:sp>
      <p:sp>
        <p:nvSpPr>
          <p:cNvPr id="654" name="Google Shape;654;p8">
            <a:extLst xmlns:a="http://schemas.openxmlformats.org/drawingml/2006/main">
              <a:ext uri="{FF2B5EF4-FFF2-40B4-BE49-F238E27FC236}">
                <a16:creationId xmlns:a16="http://schemas.microsoft.com/office/drawing/2014/main" id="{CDA962FC-099A-45EF-A2AE-EF130598D65A}"/>
              </a:ext>
            </a:extLst>
          </p:cNvPr>
          <p:cNvSpPr>
            <a:spLocks xmlns:a="http://schemas.openxmlformats.org/drawingml/2006/main" noGrp="1"/>
          </p:cNvSpPr>
          <p:nvPr/>
        </p:nvSpPr>
        <p:spPr>
          <a:xfrm xmlns:a="http://schemas.openxmlformats.org/drawingml/2006/main">
            <a:off x="3343275" y="1749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7a2c1db3099f4822"/>
              </a:rPr>
              <a:t>Convolutional recurrence for nowcasting.</a:t>
            </a:r>
            <a:endParaRPr sz="780" b="0" i="0" u="none" strike="noStrike" cap="none">
              <a:solidFill>
                <a:srgbClr val="000000"/>
              </a:solidFill>
              <a:latin typeface="Arial"/>
              <a:ea typeface="Arial"/>
              <a:cs typeface="Arial"/>
            </a:endParaRPr>
          </a:p>
        </p:txBody>
      </p:sp>
      <p:sp>
        <p:nvSpPr>
          <p:cNvPr id="655" name="Google Shape;655;p8">
            <a:extLst xmlns:a="http://schemas.openxmlformats.org/drawingml/2006/main">
              <a:ext uri="{FF2B5EF4-FFF2-40B4-BE49-F238E27FC236}">
                <a16:creationId xmlns:a16="http://schemas.microsoft.com/office/drawing/2014/main" id="{32B545F8-E0A2-4883-A806-DB65CFEA2683}"/>
              </a:ext>
            </a:extLst>
          </p:cNvPr>
          <p:cNvSpPr>
            <a:spLocks xmlns:a="http://schemas.openxmlformats.org/drawingml/2006/main" noGrp="1"/>
          </p:cNvSpPr>
          <p:nvPr/>
        </p:nvSpPr>
        <p:spPr>
          <a:xfrm xmlns:a="http://schemas.openxmlformats.org/drawingml/2006/main">
            <a:off x="3343275" y="18585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eacf35cb17374a50"/>
              </a:rPr>
              <a:t>Architecture reference, not NCR evidence.</a:t>
            </a:r>
            <a:endParaRPr sz="780" b="0" i="0" u="none" strike="noStrike" cap="none">
              <a:solidFill>
                <a:srgbClr val="000000"/>
              </a:solidFill>
              <a:latin typeface="Arial"/>
              <a:ea typeface="Arial"/>
              <a:cs typeface="Arial"/>
            </a:endParaRPr>
          </a:p>
        </p:txBody>
      </p:sp>
      <p:sp>
        <p:nvSpPr>
          <p:cNvPr id="656" name="Google Shape;656;p8">
            <a:extLst xmlns:a="http://schemas.openxmlformats.org/drawingml/2006/main">
              <a:ext uri="{FF2B5EF4-FFF2-40B4-BE49-F238E27FC236}">
                <a16:creationId xmlns:a16="http://schemas.microsoft.com/office/drawing/2014/main" id="{36EEB109-7835-4542-9037-DE298B74EB8E}"/>
              </a:ext>
            </a:extLst>
          </p:cNvPr>
          <p:cNvSpPr>
            <a:spLocks xmlns:a="http://schemas.openxmlformats.org/drawingml/2006/main" noGrp="1"/>
          </p:cNvSpPr>
          <p:nvPr/>
        </p:nvSpPr>
        <p:spPr>
          <a:xfrm xmlns:a="http://schemas.openxmlformats.org/drawingml/2006/main">
            <a:off x="3276600" y="2001441"/>
            <a:ext cx="2762400" cy="600000"/>
          </a:xfrm>
          <a:prstGeom xmlns:a="http://schemas.openxmlformats.org/drawingml/2006/main" prst="rect">
            <a:avLst/>
          </a:prstGeom>
          <a:solidFill xmlns:a="http://schemas.openxmlformats.org/drawingml/2006/main">
            <a:srgbClr val="F3F7FB"/>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7" name="Google Shape;657;p8">
            <a:extLst xmlns:a="http://schemas.openxmlformats.org/drawingml/2006/main">
              <a:ext uri="{FF2B5EF4-FFF2-40B4-BE49-F238E27FC236}">
                <a16:creationId xmlns:a16="http://schemas.microsoft.com/office/drawing/2014/main" id="{D5ED48DF-71E9-4072-AB5E-0E907B2F7BE3}"/>
              </a:ext>
            </a:extLst>
          </p:cNvPr>
          <p:cNvSpPr>
            <a:spLocks xmlns:a="http://schemas.openxmlformats.org/drawingml/2006/main" noGrp="1"/>
          </p:cNvSpPr>
          <p:nvPr/>
        </p:nvSpPr>
        <p:spPr>
          <a:xfrm xmlns:a="http://schemas.openxmlformats.org/drawingml/2006/main">
            <a:off x="3343275" y="2020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0bb5b2263f894d9b"/>
              </a:rPr>
              <a:t>10  Radar quality control (S3)</a:t>
            </a:r>
            <a:endParaRPr sz="860" b="0" i="0" u="none" strike="noStrike" cap="none">
              <a:solidFill>
                <a:srgbClr val="000000"/>
              </a:solidFill>
              <a:latin typeface="Arial"/>
              <a:ea typeface="Arial"/>
              <a:cs typeface="Arial"/>
            </a:endParaRPr>
          </a:p>
        </p:txBody>
      </p:sp>
      <p:sp>
        <p:nvSpPr>
          <p:cNvPr id="658" name="Google Shape;658;p8">
            <a:extLst xmlns:a="http://schemas.openxmlformats.org/drawingml/2006/main">
              <a:ext uri="{FF2B5EF4-FFF2-40B4-BE49-F238E27FC236}">
                <a16:creationId xmlns:a16="http://schemas.microsoft.com/office/drawing/2014/main" id="{C56664D6-4411-40C2-8477-B098B9471602}"/>
              </a:ext>
            </a:extLst>
          </p:cNvPr>
          <p:cNvSpPr>
            <a:spLocks xmlns:a="http://schemas.openxmlformats.org/drawingml/2006/main" noGrp="1"/>
          </p:cNvSpPr>
          <p:nvPr/>
        </p:nvSpPr>
        <p:spPr>
          <a:xfrm xmlns:a="http://schemas.openxmlformats.org/drawingml/2006/main">
            <a:off x="3343275" y="2153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4aa20531d62743c8"/>
              </a:rPr>
              <a:t>wradlib radar workflow</a:t>
            </a:r>
            <a:endParaRPr sz="780" b="0" i="0" u="none" strike="noStrike" cap="none">
              <a:solidFill>
                <a:srgbClr val="000000"/>
              </a:solidFill>
              <a:latin typeface="Arial"/>
              <a:ea typeface="Arial"/>
              <a:cs typeface="Arial"/>
            </a:endParaRPr>
          </a:p>
        </p:txBody>
      </p:sp>
      <p:sp>
        <p:nvSpPr>
          <p:cNvPr id="659" name="Google Shape;659;p8">
            <a:extLst xmlns:a="http://schemas.openxmlformats.org/drawingml/2006/main">
              <a:ext uri="{FF2B5EF4-FFF2-40B4-BE49-F238E27FC236}">
                <a16:creationId xmlns:a16="http://schemas.microsoft.com/office/drawing/2014/main" id="{08FF6F70-F925-4519-A125-BE33023D8023}"/>
              </a:ext>
            </a:extLst>
          </p:cNvPr>
          <p:cNvSpPr>
            <a:spLocks xmlns:a="http://schemas.openxmlformats.org/drawingml/2006/main" noGrp="1"/>
          </p:cNvSpPr>
          <p:nvPr/>
        </p:nvSpPr>
        <p:spPr>
          <a:xfrm xmlns:a="http://schemas.openxmlformats.org/drawingml/2006/main">
            <a:off x="3343275" y="2263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83aa1dc1e1db4048"/>
              </a:rPr>
              <a:t>Georeferencing and measurement checks.</a:t>
            </a:r>
            <a:endParaRPr sz="780" b="0" i="0" u="none" strike="noStrike" cap="none">
              <a:solidFill>
                <a:srgbClr val="000000"/>
              </a:solidFill>
              <a:latin typeface="Arial"/>
              <a:ea typeface="Arial"/>
              <a:cs typeface="Arial"/>
            </a:endParaRPr>
          </a:p>
        </p:txBody>
      </p:sp>
      <p:sp>
        <p:nvSpPr>
          <p:cNvPr id="660" name="Google Shape;660;p8">
            <a:extLst xmlns:a="http://schemas.openxmlformats.org/drawingml/2006/main">
              <a:ext uri="{FF2B5EF4-FFF2-40B4-BE49-F238E27FC236}">
                <a16:creationId xmlns:a16="http://schemas.microsoft.com/office/drawing/2014/main" id="{BAA5F8C7-43EF-40CB-B14D-195A24DD3A5D}"/>
              </a:ext>
            </a:extLst>
          </p:cNvPr>
          <p:cNvSpPr>
            <a:spLocks xmlns:a="http://schemas.openxmlformats.org/drawingml/2006/main" noGrp="1"/>
          </p:cNvSpPr>
          <p:nvPr/>
        </p:nvSpPr>
        <p:spPr>
          <a:xfrm xmlns:a="http://schemas.openxmlformats.org/drawingml/2006/main">
            <a:off x="3343275" y="2372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be500d4d03b44624"/>
              </a:rPr>
              <a:t>Use physical values and quality masks.</a:t>
            </a:r>
            <a:endParaRPr sz="780" b="0" i="0" u="none" strike="noStrike" cap="none">
              <a:solidFill>
                <a:srgbClr val="000000"/>
              </a:solidFill>
              <a:latin typeface="Arial"/>
              <a:ea typeface="Arial"/>
              <a:cs typeface="Arial"/>
            </a:endParaRPr>
          </a:p>
        </p:txBody>
      </p:sp>
      <p:sp>
        <p:nvSpPr>
          <p:cNvPr id="661" name="Google Shape;661;p8">
            <a:extLst xmlns:a="http://schemas.openxmlformats.org/drawingml/2006/main">
              <a:ext uri="{FF2B5EF4-FFF2-40B4-BE49-F238E27FC236}">
                <a16:creationId xmlns:a16="http://schemas.microsoft.com/office/drawing/2014/main" id="{C0347921-3DAB-44BC-B92D-12B9E5B04CC5}"/>
              </a:ext>
            </a:extLst>
          </p:cNvPr>
          <p:cNvSpPr>
            <a:spLocks xmlns:a="http://schemas.openxmlformats.org/drawingml/2006/main" noGrp="1"/>
          </p:cNvSpPr>
          <p:nvPr/>
        </p:nvSpPr>
        <p:spPr>
          <a:xfrm xmlns:a="http://schemas.openxmlformats.org/drawingml/2006/main">
            <a:off x="3343275" y="248245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83acb8a2e3a64078"/>
              </a:rPr>
              <a:t>Rendered tiles cannot replace calibrated dBZ.</a:t>
            </a:r>
            <a:endParaRPr sz="780" b="0" i="0" u="none" strike="noStrike" cap="none">
              <a:solidFill>
                <a:srgbClr val="000000"/>
              </a:solidFill>
              <a:latin typeface="Arial"/>
              <a:ea typeface="Arial"/>
              <a:cs typeface="Arial"/>
            </a:endParaRPr>
          </a:p>
        </p:txBody>
      </p:sp>
      <p:sp>
        <p:nvSpPr>
          <p:cNvPr id="662" name="Google Shape;662;p8">
            <a:extLst xmlns:a="http://schemas.openxmlformats.org/drawingml/2006/main">
              <a:ext uri="{FF2B5EF4-FFF2-40B4-BE49-F238E27FC236}">
                <a16:creationId xmlns:a16="http://schemas.microsoft.com/office/drawing/2014/main" id="{8F716BC6-B058-4A74-AA27-7BBD950DE43B}"/>
              </a:ext>
            </a:extLst>
          </p:cNvPr>
          <p:cNvSpPr>
            <a:spLocks xmlns:a="http://schemas.openxmlformats.org/drawingml/2006/main" noGrp="1"/>
          </p:cNvSpPr>
          <p:nvPr/>
        </p:nvSpPr>
        <p:spPr>
          <a:xfrm xmlns:a="http://schemas.openxmlformats.org/drawingml/2006/main">
            <a:off x="3276600" y="2630091"/>
            <a:ext cx="2762400" cy="485700"/>
          </a:xfrm>
          <a:prstGeom xmlns:a="http://schemas.openxmlformats.org/drawingml/2006/main" prst="rect">
            <a:avLst/>
          </a:prstGeom>
          <a:solidFill xmlns:a="http://schemas.openxmlformats.org/drawingml/2006/main">
            <a:srgbClr val="F3F7FB"/>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3" name="Google Shape;663;p8">
            <a:extLst xmlns:a="http://schemas.openxmlformats.org/drawingml/2006/main">
              <a:ext uri="{FF2B5EF4-FFF2-40B4-BE49-F238E27FC236}">
                <a16:creationId xmlns:a16="http://schemas.microsoft.com/office/drawing/2014/main" id="{8A77EEBA-396B-4157-AA10-9E0AC2573817}"/>
              </a:ext>
            </a:extLst>
          </p:cNvPr>
          <p:cNvSpPr>
            <a:spLocks xmlns:a="http://schemas.openxmlformats.org/drawingml/2006/main" noGrp="1"/>
          </p:cNvSpPr>
          <p:nvPr/>
        </p:nvSpPr>
        <p:spPr>
          <a:xfrm xmlns:a="http://schemas.openxmlformats.org/drawingml/2006/main">
            <a:off x="3343275" y="2649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9c9ddec201f54238"/>
              </a:rPr>
              <a:t>11  Lightning before first strike (S3)</a:t>
            </a:r>
            <a:endParaRPr sz="860" b="0" i="0" u="none" strike="noStrike" cap="none">
              <a:solidFill>
                <a:srgbClr val="000000"/>
              </a:solidFill>
              <a:latin typeface="Arial"/>
              <a:ea typeface="Arial"/>
              <a:cs typeface="Arial"/>
            </a:endParaRPr>
          </a:p>
        </p:txBody>
      </p:sp>
      <p:sp>
        <p:nvSpPr>
          <p:cNvPr id="664" name="Google Shape;664;p8">
            <a:extLst xmlns:a="http://schemas.openxmlformats.org/drawingml/2006/main">
              <a:ext uri="{FF2B5EF4-FFF2-40B4-BE49-F238E27FC236}">
                <a16:creationId xmlns:a16="http://schemas.microsoft.com/office/drawing/2014/main" id="{6CBB2A3C-789D-4376-ADC0-5A2BD90E426D}"/>
              </a:ext>
            </a:extLst>
          </p:cNvPr>
          <p:cNvSpPr>
            <a:spLocks xmlns:a="http://schemas.openxmlformats.org/drawingml/2006/main" noGrp="1"/>
          </p:cNvSpPr>
          <p:nvPr/>
        </p:nvSpPr>
        <p:spPr>
          <a:xfrm xmlns:a="http://schemas.openxmlformats.org/drawingml/2006/main">
            <a:off x="3343275" y="2782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7652d7ac4a1b48e3"/>
              </a:rPr>
              <a:t>ProbSevere LightningCast (2022)</a:t>
            </a:r>
            <a:endParaRPr sz="780" b="0" i="0" u="none" strike="noStrike" cap="none">
              <a:solidFill>
                <a:srgbClr val="000000"/>
              </a:solidFill>
              <a:latin typeface="Arial"/>
              <a:ea typeface="Arial"/>
              <a:cs typeface="Arial"/>
            </a:endParaRPr>
          </a:p>
        </p:txBody>
      </p:sp>
      <p:sp>
        <p:nvSpPr>
          <p:cNvPr id="665" name="Google Shape;665;p8">
            <a:extLst xmlns:a="http://schemas.openxmlformats.org/drawingml/2006/main">
              <a:ext uri="{FF2B5EF4-FFF2-40B4-BE49-F238E27FC236}">
                <a16:creationId xmlns:a16="http://schemas.microsoft.com/office/drawing/2014/main" id="{A4E7062F-0357-4619-A86E-524FA0AB213E}"/>
              </a:ext>
            </a:extLst>
          </p:cNvPr>
          <p:cNvSpPr>
            <a:spLocks xmlns:a="http://schemas.openxmlformats.org/drawingml/2006/main" noGrp="1"/>
          </p:cNvSpPr>
          <p:nvPr/>
        </p:nvSpPr>
        <p:spPr>
          <a:xfrm xmlns:a="http://schemas.openxmlformats.org/drawingml/2006/main">
            <a:off x="3343275" y="2892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8ae83df8fae14486"/>
              </a:rPr>
              <a:t>Satellite-based probabilistic forecasting.</a:t>
            </a:r>
            <a:endParaRPr sz="780" b="0" i="0" u="none" strike="noStrike" cap="none">
              <a:solidFill>
                <a:srgbClr val="000000"/>
              </a:solidFill>
              <a:latin typeface="Arial"/>
              <a:ea typeface="Arial"/>
              <a:cs typeface="Arial"/>
            </a:endParaRPr>
          </a:p>
        </p:txBody>
      </p:sp>
      <p:sp>
        <p:nvSpPr>
          <p:cNvPr id="666" name="Google Shape;666;p8">
            <a:extLst xmlns:a="http://schemas.openxmlformats.org/drawingml/2006/main">
              <a:ext uri="{FF2B5EF4-FFF2-40B4-BE49-F238E27FC236}">
                <a16:creationId xmlns:a16="http://schemas.microsoft.com/office/drawing/2014/main" id="{B5B79DF2-ADD0-4B83-A70C-D1C400BCC599}"/>
              </a:ext>
            </a:extLst>
          </p:cNvPr>
          <p:cNvSpPr>
            <a:spLocks xmlns:a="http://schemas.openxmlformats.org/drawingml/2006/main" noGrp="1"/>
          </p:cNvSpPr>
          <p:nvPr/>
        </p:nvSpPr>
        <p:spPr>
          <a:xfrm xmlns:a="http://schemas.openxmlformats.org/drawingml/2006/main">
            <a:off x="3343275" y="30015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774edce011a74f3c"/>
              </a:rPr>
              <a:t>Transfer to INSAT requires local evaluation.</a:t>
            </a:r>
            <a:endParaRPr sz="780" b="0" i="0" u="none" strike="noStrike" cap="none">
              <a:solidFill>
                <a:srgbClr val="000000"/>
              </a:solidFill>
              <a:latin typeface="Arial"/>
              <a:ea typeface="Arial"/>
              <a:cs typeface="Arial"/>
            </a:endParaRPr>
          </a:p>
        </p:txBody>
      </p:sp>
      <p:sp>
        <p:nvSpPr>
          <p:cNvPr id="667" name="Google Shape;667;p8">
            <a:extLst xmlns:a="http://schemas.openxmlformats.org/drawingml/2006/main">
              <a:ext uri="{FF2B5EF4-FFF2-40B4-BE49-F238E27FC236}">
                <a16:creationId xmlns:a16="http://schemas.microsoft.com/office/drawing/2014/main" id="{DC2D5777-7454-4992-9E5D-38B58470EDD1}"/>
              </a:ext>
            </a:extLst>
          </p:cNvPr>
          <p:cNvSpPr>
            <a:spLocks xmlns:a="http://schemas.openxmlformats.org/drawingml/2006/main" noGrp="1"/>
          </p:cNvSpPr>
          <p:nvPr/>
        </p:nvSpPr>
        <p:spPr>
          <a:xfrm xmlns:a="http://schemas.openxmlformats.org/drawingml/2006/main">
            <a:off x="3276600" y="31444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8" name="Google Shape;668;p8">
            <a:extLst xmlns:a="http://schemas.openxmlformats.org/drawingml/2006/main">
              <a:ext uri="{FF2B5EF4-FFF2-40B4-BE49-F238E27FC236}">
                <a16:creationId xmlns:a16="http://schemas.microsoft.com/office/drawing/2014/main" id="{07E55550-FBF0-4222-A808-654E35E70C25}"/>
              </a:ext>
            </a:extLst>
          </p:cNvPr>
          <p:cNvSpPr>
            <a:spLocks xmlns:a="http://schemas.openxmlformats.org/drawingml/2006/main" noGrp="1"/>
          </p:cNvSpPr>
          <p:nvPr/>
        </p:nvSpPr>
        <p:spPr>
          <a:xfrm xmlns:a="http://schemas.openxmlformats.org/drawingml/2006/main">
            <a:off x="3343275" y="3163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b585a9502a914356"/>
              </a:rPr>
              <a:t>12  Time-to-event method (S3)</a:t>
            </a:r>
            <a:endParaRPr sz="860" b="0" i="0" u="none" strike="noStrike" cap="none">
              <a:solidFill>
                <a:srgbClr val="000000"/>
              </a:solidFill>
              <a:latin typeface="Arial"/>
              <a:ea typeface="Arial"/>
              <a:cs typeface="Arial"/>
            </a:endParaRPr>
          </a:p>
        </p:txBody>
      </p:sp>
      <p:sp>
        <p:nvSpPr>
          <p:cNvPr id="669" name="Google Shape;669;p8">
            <a:extLst xmlns:a="http://schemas.openxmlformats.org/drawingml/2006/main">
              <a:ext uri="{FF2B5EF4-FFF2-40B4-BE49-F238E27FC236}">
                <a16:creationId xmlns:a16="http://schemas.microsoft.com/office/drawing/2014/main" id="{3CC33C31-A2C1-4217-8C76-E5162F7CBC78}"/>
              </a:ext>
            </a:extLst>
          </p:cNvPr>
          <p:cNvSpPr>
            <a:spLocks xmlns:a="http://schemas.openxmlformats.org/drawingml/2006/main" noGrp="1"/>
          </p:cNvSpPr>
          <p:nvPr/>
        </p:nvSpPr>
        <p:spPr>
          <a:xfrm xmlns:a="http://schemas.openxmlformats.org/drawingml/2006/main">
            <a:off x="3343275" y="3296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1e7aeb5539a54cee"/>
              </a:rPr>
              <a:t>Gensheimer &amp; Narasimhan (2019)</a:t>
            </a:r>
            <a:endParaRPr sz="780" b="0" i="0" u="none" strike="noStrike" cap="none">
              <a:solidFill>
                <a:srgbClr val="000000"/>
              </a:solidFill>
              <a:latin typeface="Arial"/>
              <a:ea typeface="Arial"/>
              <a:cs typeface="Arial"/>
            </a:endParaRPr>
          </a:p>
        </p:txBody>
      </p:sp>
      <p:sp>
        <p:nvSpPr>
          <p:cNvPr id="670" name="Google Shape;670;p8">
            <a:extLst xmlns:a="http://schemas.openxmlformats.org/drawingml/2006/main">
              <a:ext uri="{FF2B5EF4-FFF2-40B4-BE49-F238E27FC236}">
                <a16:creationId xmlns:a16="http://schemas.microsoft.com/office/drawing/2014/main" id="{E6E5A0E5-B1B3-4826-A82D-E182A124C640}"/>
              </a:ext>
            </a:extLst>
          </p:cNvPr>
          <p:cNvSpPr>
            <a:spLocks xmlns:a="http://schemas.openxmlformats.org/drawingml/2006/main" noGrp="1"/>
          </p:cNvSpPr>
          <p:nvPr/>
        </p:nvSpPr>
        <p:spPr>
          <a:xfrm xmlns:a="http://schemas.openxmlformats.org/drawingml/2006/main">
            <a:off x="3343275" y="3406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ced42ec60fff402d"/>
              </a:rPr>
              <a:t>Discrete-time survival neural network.</a:t>
            </a:r>
            <a:endParaRPr sz="780" b="0" i="0" u="none" strike="noStrike" cap="none">
              <a:solidFill>
                <a:srgbClr val="000000"/>
              </a:solidFill>
              <a:latin typeface="Arial"/>
              <a:ea typeface="Arial"/>
              <a:cs typeface="Arial"/>
            </a:endParaRPr>
          </a:p>
        </p:txBody>
      </p:sp>
      <p:sp>
        <p:nvSpPr>
          <p:cNvPr id="671" name="Google Shape;671;p8">
            <a:extLst xmlns:a="http://schemas.openxmlformats.org/drawingml/2006/main">
              <a:ext uri="{FF2B5EF4-FFF2-40B4-BE49-F238E27FC236}">
                <a16:creationId xmlns:a16="http://schemas.microsoft.com/office/drawing/2014/main" id="{2F17AD8C-42A5-4D9F-BAA2-3F6F18EE7779}"/>
              </a:ext>
            </a:extLst>
          </p:cNvPr>
          <p:cNvSpPr>
            <a:spLocks xmlns:a="http://schemas.openxmlformats.org/drawingml/2006/main" noGrp="1"/>
          </p:cNvSpPr>
          <p:nvPr/>
        </p:nvSpPr>
        <p:spPr>
          <a:xfrm xmlns:a="http://schemas.openxmlformats.org/drawingml/2006/main">
            <a:off x="3343275" y="3515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fc0c09e0dc594048"/>
              </a:rPr>
              <a:t>Keep censoring and no-event outcomes.</a:t>
            </a:r>
            <a:endParaRPr sz="780" b="0" i="0" u="none" strike="noStrike" cap="none">
              <a:solidFill>
                <a:srgbClr val="000000"/>
              </a:solidFill>
              <a:latin typeface="Arial"/>
              <a:ea typeface="Arial"/>
              <a:cs typeface="Arial"/>
            </a:endParaRPr>
          </a:p>
        </p:txBody>
      </p:sp>
      <p:sp>
        <p:nvSpPr>
          <p:cNvPr id="672" name="Google Shape;672;p8">
            <a:extLst xmlns:a="http://schemas.openxmlformats.org/drawingml/2006/main">
              <a:ext uri="{FF2B5EF4-FFF2-40B4-BE49-F238E27FC236}">
                <a16:creationId xmlns:a16="http://schemas.microsoft.com/office/drawing/2014/main" id="{45161AE4-D160-4F28-8816-30445E9FB442}"/>
              </a:ext>
            </a:extLst>
          </p:cNvPr>
          <p:cNvSpPr>
            <a:spLocks xmlns:a="http://schemas.openxmlformats.org/drawingml/2006/main" noGrp="1"/>
          </p:cNvSpPr>
          <p:nvPr/>
        </p:nvSpPr>
        <p:spPr>
          <a:xfrm xmlns:a="http://schemas.openxmlformats.org/drawingml/2006/main">
            <a:off x="3276600" y="365879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3" name="Google Shape;673;p8">
            <a:extLst xmlns:a="http://schemas.openxmlformats.org/drawingml/2006/main">
              <a:ext uri="{FF2B5EF4-FFF2-40B4-BE49-F238E27FC236}">
                <a16:creationId xmlns:a16="http://schemas.microsoft.com/office/drawing/2014/main" id="{1D394A62-867E-4A60-A2A7-5B591765BF40}"/>
              </a:ext>
            </a:extLst>
          </p:cNvPr>
          <p:cNvSpPr>
            <a:spLocks xmlns:a="http://schemas.openxmlformats.org/drawingml/2006/main" noGrp="1"/>
          </p:cNvSpPr>
          <p:nvPr/>
        </p:nvSpPr>
        <p:spPr>
          <a:xfrm xmlns:a="http://schemas.openxmlformats.org/drawingml/2006/main">
            <a:off x="3343275" y="3677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a2d4b6be6f4644f0"/>
              </a:rPr>
              <a:t>13  Active / break monsoon phase (S4)</a:t>
            </a:r>
            <a:endParaRPr sz="860" b="0" i="0" u="none" strike="noStrike" cap="none">
              <a:solidFill>
                <a:srgbClr val="000000"/>
              </a:solidFill>
              <a:latin typeface="Arial"/>
              <a:ea typeface="Arial"/>
              <a:cs typeface="Arial"/>
            </a:endParaRPr>
          </a:p>
        </p:txBody>
      </p:sp>
      <p:sp>
        <p:nvSpPr>
          <p:cNvPr id="674" name="Google Shape;674;p8">
            <a:extLst xmlns:a="http://schemas.openxmlformats.org/drawingml/2006/main">
              <a:ext uri="{FF2B5EF4-FFF2-40B4-BE49-F238E27FC236}">
                <a16:creationId xmlns:a16="http://schemas.microsoft.com/office/drawing/2014/main" id="{6D5840E3-D0CA-4A78-B27C-64CA53B90FD0}"/>
              </a:ext>
            </a:extLst>
          </p:cNvPr>
          <p:cNvSpPr>
            <a:spLocks xmlns:a="http://schemas.openxmlformats.org/drawingml/2006/main" noGrp="1"/>
          </p:cNvSpPr>
          <p:nvPr/>
        </p:nvSpPr>
        <p:spPr>
          <a:xfrm xmlns:a="http://schemas.openxmlformats.org/drawingml/2006/main">
            <a:off x="3343275" y="3811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fbfbdc1485a549a7"/>
              </a:rPr>
              <a:t>IITM, active-break selection</a:t>
            </a:r>
            <a:endParaRPr sz="780" b="0" i="0" u="none" strike="noStrike" cap="none">
              <a:solidFill>
                <a:srgbClr val="000000"/>
              </a:solidFill>
              <a:latin typeface="Arial"/>
              <a:ea typeface="Arial"/>
              <a:cs typeface="Arial"/>
            </a:endParaRPr>
          </a:p>
        </p:txBody>
      </p:sp>
      <p:sp>
        <p:nvSpPr>
          <p:cNvPr id="675" name="Google Shape;675;p8">
            <a:extLst xmlns:a="http://schemas.openxmlformats.org/drawingml/2006/main">
              <a:ext uri="{FF2B5EF4-FFF2-40B4-BE49-F238E27FC236}">
                <a16:creationId xmlns:a16="http://schemas.microsoft.com/office/drawing/2014/main" id="{0F13D6D2-F864-4761-857A-CC5A1A49BDBB}"/>
              </a:ext>
            </a:extLst>
          </p:cNvPr>
          <p:cNvSpPr>
            <a:spLocks xmlns:a="http://schemas.openxmlformats.org/drawingml/2006/main" noGrp="1"/>
          </p:cNvSpPr>
          <p:nvPr/>
        </p:nvSpPr>
        <p:spPr>
          <a:xfrm xmlns:a="http://schemas.openxmlformats.org/drawingml/2006/main">
            <a:off x="3343275" y="39207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a8ee7d3a212d475e"/>
              </a:rPr>
              <a:t>Phase-aware calibration is a hypothesis.</a:t>
            </a:r>
            <a:endParaRPr sz="780" b="0" i="0" u="none" strike="noStrike" cap="none">
              <a:solidFill>
                <a:srgbClr val="000000"/>
              </a:solidFill>
              <a:latin typeface="Arial"/>
              <a:ea typeface="Arial"/>
              <a:cs typeface="Arial"/>
            </a:endParaRPr>
          </a:p>
        </p:txBody>
      </p:sp>
      <p:sp>
        <p:nvSpPr>
          <p:cNvPr id="676" name="Google Shape;676;p8">
            <a:extLst xmlns:a="http://schemas.openxmlformats.org/drawingml/2006/main">
              <a:ext uri="{FF2B5EF4-FFF2-40B4-BE49-F238E27FC236}">
                <a16:creationId xmlns:a16="http://schemas.microsoft.com/office/drawing/2014/main" id="{0559170A-2EEB-47FD-B687-10942813A8C7}"/>
              </a:ext>
            </a:extLst>
          </p:cNvPr>
          <p:cNvSpPr>
            <a:spLocks xmlns:a="http://schemas.openxmlformats.org/drawingml/2006/main" noGrp="1"/>
          </p:cNvSpPr>
          <p:nvPr/>
        </p:nvSpPr>
        <p:spPr>
          <a:xfrm xmlns:a="http://schemas.openxmlformats.org/drawingml/2006/main">
            <a:off x="3343275" y="403026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bd68e100a7cc4a79"/>
              </a:rPr>
              <a:t>Use only phase information known at issue.</a:t>
            </a:r>
            <a:endParaRPr sz="780" b="0" i="0" u="none" strike="noStrike" cap="none">
              <a:solidFill>
                <a:srgbClr val="000000"/>
              </a:solidFill>
              <a:latin typeface="Arial"/>
              <a:ea typeface="Arial"/>
              <a:cs typeface="Arial"/>
            </a:endParaRPr>
          </a:p>
        </p:txBody>
      </p:sp>
      <p:sp>
        <p:nvSpPr>
          <p:cNvPr id="677" name="Google Shape;677;p8">
            <a:extLst xmlns:a="http://schemas.openxmlformats.org/drawingml/2006/main">
              <a:ext uri="{FF2B5EF4-FFF2-40B4-BE49-F238E27FC236}">
                <a16:creationId xmlns:a16="http://schemas.microsoft.com/office/drawing/2014/main" id="{B091E469-9BF7-438C-9766-77CA8E4180FF}"/>
              </a:ext>
            </a:extLst>
          </p:cNvPr>
          <p:cNvSpPr>
            <a:spLocks xmlns:a="http://schemas.openxmlformats.org/drawingml/2006/main" noGrp="1"/>
          </p:cNvSpPr>
          <p:nvPr/>
        </p:nvSpPr>
        <p:spPr>
          <a:xfrm xmlns:a="http://schemas.openxmlformats.org/drawingml/2006/main">
            <a:off x="3343275" y="413980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5c76e11d5d77479b"/>
              </a:rPr>
              <a:t>Sparse phase data need a pooled fallback.</a:t>
            </a:r>
            <a:endParaRPr sz="780" b="0" i="0" u="none" strike="noStrike" cap="none">
              <a:solidFill>
                <a:srgbClr val="000000"/>
              </a:solidFill>
              <a:latin typeface="Arial"/>
              <a:ea typeface="Arial"/>
              <a:cs typeface="Arial"/>
            </a:endParaRPr>
          </a:p>
        </p:txBody>
      </p:sp>
      <p:sp>
        <p:nvSpPr>
          <p:cNvPr id="678" name="Google Shape;678;p8">
            <a:extLst xmlns:a="http://schemas.openxmlformats.org/drawingml/2006/main">
              <a:ext uri="{FF2B5EF4-FFF2-40B4-BE49-F238E27FC236}">
                <a16:creationId xmlns:a16="http://schemas.microsoft.com/office/drawing/2014/main" id="{E1F50F87-DE49-4612-8804-65A158970307}"/>
              </a:ext>
            </a:extLst>
          </p:cNvPr>
          <p:cNvSpPr>
            <a:spLocks xmlns:a="http://schemas.openxmlformats.org/drawingml/2006/main" noGrp="1"/>
          </p:cNvSpPr>
          <p:nvPr/>
        </p:nvSpPr>
        <p:spPr>
          <a:xfrm xmlns:a="http://schemas.openxmlformats.org/drawingml/2006/main">
            <a:off x="3276600" y="4287441"/>
            <a:ext cx="2762400" cy="6000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79" name="Google Shape;679;p8">
            <a:extLst xmlns:a="http://schemas.openxmlformats.org/drawingml/2006/main">
              <a:ext uri="{FF2B5EF4-FFF2-40B4-BE49-F238E27FC236}">
                <a16:creationId xmlns:a16="http://schemas.microsoft.com/office/drawing/2014/main" id="{413686EE-A527-4519-8D23-CACCA355C02E}"/>
              </a:ext>
            </a:extLst>
          </p:cNvPr>
          <p:cNvSpPr>
            <a:spLocks xmlns:a="http://schemas.openxmlformats.org/drawingml/2006/main" noGrp="1"/>
          </p:cNvSpPr>
          <p:nvPr/>
        </p:nvSpPr>
        <p:spPr>
          <a:xfrm xmlns:a="http://schemas.openxmlformats.org/drawingml/2006/main">
            <a:off x="3343275" y="4306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6bf149ae75a94907"/>
              </a:rPr>
              <a:t>14  Seasonal Z</a:t>
            </a:r>
            <a:r>
              <a:rPr sz="860" b="1" i="0" u="none" strike="noStrike" cap="none">
                <a:solidFill>
                  <a:srgbClr val="214E83"/>
                </a:solidFill>
                <a:latin typeface="Arial"/>
                <a:ea typeface="Arial"/>
                <a:cs typeface="Arial"/>
                <a:hlinkClick xmlns:r="http://schemas.openxmlformats.org/officeDocument/2006/relationships" r:id="R9334ff301a9d4dca"/>
              </a:rPr>
              <a:t>-</a:t>
            </a:r>
            <a:r>
              <a:rPr sz="860" b="1" i="0" u="none" strike="noStrike" cap="none">
                <a:solidFill>
                  <a:srgbClr val="214E83"/>
                </a:solidFill>
                <a:latin typeface="Arial"/>
                <a:ea typeface="Arial"/>
                <a:cs typeface="Arial"/>
                <a:hlinkClick xmlns:r="http://schemas.openxmlformats.org/officeDocument/2006/relationships" r:id="Red32dc1e1a9f4517"/>
              </a:rPr>
              <a:t>R in Delhi (S4)</a:t>
            </a:r>
            <a:endParaRPr sz="860" b="0" i="0" u="none" strike="noStrike" cap="none">
              <a:solidFill>
                <a:srgbClr val="000000"/>
              </a:solidFill>
              <a:latin typeface="Arial"/>
              <a:ea typeface="Arial"/>
              <a:cs typeface="Arial"/>
            </a:endParaRPr>
          </a:p>
        </p:txBody>
      </p:sp>
      <p:sp>
        <p:nvSpPr>
          <p:cNvPr id="680" name="Google Shape;680;p8">
            <a:extLst xmlns:a="http://schemas.openxmlformats.org/drawingml/2006/main">
              <a:ext uri="{FF2B5EF4-FFF2-40B4-BE49-F238E27FC236}">
                <a16:creationId xmlns:a16="http://schemas.microsoft.com/office/drawing/2014/main" id="{36365000-3726-4E44-8715-607545B7896D}"/>
              </a:ext>
            </a:extLst>
          </p:cNvPr>
          <p:cNvSpPr>
            <a:spLocks xmlns:a="http://schemas.openxmlformats.org/drawingml/2006/main" noGrp="1"/>
          </p:cNvSpPr>
          <p:nvPr/>
        </p:nvSpPr>
        <p:spPr>
          <a:xfrm xmlns:a="http://schemas.openxmlformats.org/drawingml/2006/main">
            <a:off x="3343275" y="44398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12a77e18527e469b"/>
              </a:rPr>
              <a:t>Delhi radar study (2025)</a:t>
            </a:r>
            <a:endParaRPr sz="780" b="0" i="0" u="none" strike="noStrike" cap="none">
              <a:solidFill>
                <a:srgbClr val="000000"/>
              </a:solidFill>
              <a:latin typeface="Arial"/>
              <a:ea typeface="Arial"/>
              <a:cs typeface="Arial"/>
            </a:endParaRPr>
          </a:p>
        </p:txBody>
      </p:sp>
      <p:sp>
        <p:nvSpPr>
          <p:cNvPr id="681" name="Google Shape;681;p8">
            <a:extLst xmlns:a="http://schemas.openxmlformats.org/drawingml/2006/main">
              <a:ext uri="{FF2B5EF4-FFF2-40B4-BE49-F238E27FC236}">
                <a16:creationId xmlns:a16="http://schemas.microsoft.com/office/drawing/2014/main" id="{7B87884B-EF84-49C9-A036-9376D61E9E30}"/>
              </a:ext>
            </a:extLst>
          </p:cNvPr>
          <p:cNvSpPr>
            <a:spLocks xmlns:a="http://schemas.openxmlformats.org/drawingml/2006/main" noGrp="1"/>
          </p:cNvSpPr>
          <p:nvPr/>
        </p:nvSpPr>
        <p:spPr>
          <a:xfrm xmlns:a="http://schemas.openxmlformats.org/drawingml/2006/main">
            <a:off x="3343275" y="45493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0ff418f4278c4d75"/>
              </a:rPr>
              <a:t>Local Z</a:t>
            </a:r>
            <a:r>
              <a:rPr sz="780" b="0" i="0" u="none" strike="noStrike" cap="none">
                <a:solidFill>
                  <a:srgbClr val="42576B"/>
                </a:solidFill>
                <a:latin typeface="Arial"/>
                <a:ea typeface="Arial"/>
                <a:cs typeface="Arial"/>
                <a:hlinkClick xmlns:r="http://schemas.openxmlformats.org/officeDocument/2006/relationships" r:id="Rd5c799840d2748c5"/>
              </a:rPr>
              <a:t>-</a:t>
            </a:r>
            <a:r>
              <a:rPr sz="780" b="0" i="0" u="none" strike="noStrike" cap="none">
                <a:solidFill>
                  <a:srgbClr val="42576B"/>
                </a:solidFill>
                <a:latin typeface="Arial"/>
                <a:ea typeface="Arial"/>
                <a:cs typeface="Arial"/>
                <a:hlinkClick xmlns:r="http://schemas.openxmlformats.org/officeDocument/2006/relationships" r:id="R4beeb475273b445b"/>
              </a:rPr>
              <a:t>R calibration has prior research.</a:t>
            </a:r>
            <a:endParaRPr sz="780" b="0" i="0" u="none" strike="noStrike" cap="none">
              <a:solidFill>
                <a:srgbClr val="000000"/>
              </a:solidFill>
              <a:latin typeface="Arial"/>
              <a:ea typeface="Arial"/>
              <a:cs typeface="Arial"/>
            </a:endParaRPr>
          </a:p>
        </p:txBody>
      </p:sp>
      <p:sp>
        <p:nvSpPr>
          <p:cNvPr id="682" name="Google Shape;682;p8">
            <a:extLst xmlns:a="http://schemas.openxmlformats.org/drawingml/2006/main">
              <a:ext uri="{FF2B5EF4-FFF2-40B4-BE49-F238E27FC236}">
                <a16:creationId xmlns:a16="http://schemas.microsoft.com/office/drawing/2014/main" id="{3A773960-13E7-4E54-B128-7BD3A9A3A2E4}"/>
              </a:ext>
            </a:extLst>
          </p:cNvPr>
          <p:cNvSpPr>
            <a:spLocks xmlns:a="http://schemas.openxmlformats.org/drawingml/2006/main" noGrp="1"/>
          </p:cNvSpPr>
          <p:nvPr/>
        </p:nvSpPr>
        <p:spPr>
          <a:xfrm xmlns:a="http://schemas.openxmlformats.org/drawingml/2006/main">
            <a:off x="3343275" y="46589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5914a2288aef4629"/>
              </a:rPr>
              <a:t>Fit on training gauges and test separately.</a:t>
            </a:r>
            <a:endParaRPr sz="780" b="0" i="0" u="none" strike="noStrike" cap="none">
              <a:solidFill>
                <a:srgbClr val="000000"/>
              </a:solidFill>
              <a:latin typeface="Arial"/>
              <a:ea typeface="Arial"/>
              <a:cs typeface="Arial"/>
            </a:endParaRPr>
          </a:p>
        </p:txBody>
      </p:sp>
      <p:sp>
        <p:nvSpPr>
          <p:cNvPr id="683" name="Google Shape;683;p8">
            <a:extLst xmlns:a="http://schemas.openxmlformats.org/drawingml/2006/main">
              <a:ext uri="{FF2B5EF4-FFF2-40B4-BE49-F238E27FC236}">
                <a16:creationId xmlns:a16="http://schemas.microsoft.com/office/drawing/2014/main" id="{C1E1E957-1B41-43BE-8F17-E6F4F684C3DE}"/>
              </a:ext>
            </a:extLst>
          </p:cNvPr>
          <p:cNvSpPr>
            <a:spLocks xmlns:a="http://schemas.openxmlformats.org/drawingml/2006/main" noGrp="1"/>
          </p:cNvSpPr>
          <p:nvPr/>
        </p:nvSpPr>
        <p:spPr>
          <a:xfrm xmlns:a="http://schemas.openxmlformats.org/drawingml/2006/main">
            <a:off x="3343275" y="4768453"/>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01c0a775a2594096"/>
              </a:rPr>
              <a:t>No claim of an unpublished first for Delhi.</a:t>
            </a:r>
            <a:endParaRPr sz="780" b="0" i="0" u="none" strike="noStrike" cap="none">
              <a:solidFill>
                <a:srgbClr val="000000"/>
              </a:solidFill>
              <a:latin typeface="Arial"/>
              <a:ea typeface="Arial"/>
              <a:cs typeface="Arial"/>
            </a:endParaRPr>
          </a:p>
        </p:txBody>
      </p:sp>
      <p:sp>
        <p:nvSpPr>
          <p:cNvPr id="684" name="Google Shape;684;p8">
            <a:extLst xmlns:a="http://schemas.openxmlformats.org/drawingml/2006/main">
              <a:ext uri="{FF2B5EF4-FFF2-40B4-BE49-F238E27FC236}">
                <a16:creationId xmlns:a16="http://schemas.microsoft.com/office/drawing/2014/main" id="{FA932C73-E0D0-46EC-9567-8D282AC0DC6B}"/>
              </a:ext>
            </a:extLst>
          </p:cNvPr>
          <p:cNvSpPr>
            <a:spLocks xmlns:a="http://schemas.openxmlformats.org/drawingml/2006/main" noGrp="1"/>
          </p:cNvSpPr>
          <p:nvPr/>
        </p:nvSpPr>
        <p:spPr>
          <a:xfrm xmlns:a="http://schemas.openxmlformats.org/drawingml/2006/main">
            <a:off x="3276600" y="4916091"/>
            <a:ext cx="2762400" cy="3714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5" name="Google Shape;685;p8">
            <a:extLst xmlns:a="http://schemas.openxmlformats.org/drawingml/2006/main">
              <a:ext uri="{FF2B5EF4-FFF2-40B4-BE49-F238E27FC236}">
                <a16:creationId xmlns:a16="http://schemas.microsoft.com/office/drawing/2014/main" id="{E7DFA303-5071-4CD1-B8C8-4B4518E69F47}"/>
              </a:ext>
            </a:extLst>
          </p:cNvPr>
          <p:cNvSpPr>
            <a:spLocks xmlns:a="http://schemas.openxmlformats.org/drawingml/2006/main" noGrp="1"/>
          </p:cNvSpPr>
          <p:nvPr/>
        </p:nvSpPr>
        <p:spPr>
          <a:xfrm xmlns:a="http://schemas.openxmlformats.org/drawingml/2006/main">
            <a:off x="3343275" y="49351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af8205df4c3748a0"/>
              </a:rPr>
              <a:t>15  Reproducible project measurements (S5</a:t>
            </a:r>
            <a:r>
              <a:rPr sz="860" b="1" i="0" u="none" strike="noStrike" cap="none">
                <a:solidFill>
                  <a:srgbClr val="214E83"/>
                </a:solidFill>
                <a:latin typeface="Arial"/>
                <a:ea typeface="Arial"/>
                <a:cs typeface="Arial"/>
                <a:hlinkClick xmlns:r="http://schemas.openxmlformats.org/officeDocument/2006/relationships" r:id="R387b07de3bda4da6"/>
              </a:rPr>
              <a:t>-</a:t>
            </a:r>
            <a:r>
              <a:rPr sz="860" b="1" i="0" u="none" strike="noStrike" cap="none">
                <a:solidFill>
                  <a:srgbClr val="214E83"/>
                </a:solidFill>
                <a:latin typeface="Arial"/>
                <a:ea typeface="Arial"/>
                <a:cs typeface="Arial"/>
                <a:hlinkClick xmlns:r="http://schemas.openxmlformats.org/officeDocument/2006/relationships" r:id="Rcf72009c25514852"/>
              </a:rPr>
              <a:t>6)</a:t>
            </a:r>
            <a:endParaRPr sz="860" b="0" i="0" u="none" strike="noStrike" cap="none">
              <a:solidFill>
                <a:srgbClr val="000000"/>
              </a:solidFill>
              <a:latin typeface="Arial"/>
              <a:ea typeface="Arial"/>
              <a:cs typeface="Arial"/>
            </a:endParaRPr>
          </a:p>
        </p:txBody>
      </p:sp>
      <p:sp>
        <p:nvSpPr>
          <p:cNvPr id="686" name="Google Shape;686;p8">
            <a:extLst xmlns:a="http://schemas.openxmlformats.org/drawingml/2006/main">
              <a:ext uri="{FF2B5EF4-FFF2-40B4-BE49-F238E27FC236}">
                <a16:creationId xmlns:a16="http://schemas.microsoft.com/office/drawing/2014/main" id="{185555AA-1E2C-48C0-8979-E4910D61FE7A}"/>
              </a:ext>
            </a:extLst>
          </p:cNvPr>
          <p:cNvSpPr>
            <a:spLocks xmlns:a="http://schemas.openxmlformats.org/drawingml/2006/main" noGrp="1"/>
          </p:cNvSpPr>
          <p:nvPr/>
        </p:nvSpPr>
        <p:spPr>
          <a:xfrm xmlns:a="http://schemas.openxmlformats.org/drawingml/2006/main">
            <a:off x="3343275" y="50684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1F5F99"/>
                </a:solidFill>
                <a:latin typeface="Arial"/>
                <a:ea typeface="Arial"/>
                <a:cs typeface="Arial"/>
                <a:hlinkClick xmlns:r="http://schemas.openxmlformats.org/officeDocument/2006/relationships" r:id="R884d7ac4a29941af"/>
              </a:rPr>
              <a:t>VAJRA repository, VALIDATION.md</a:t>
            </a:r>
            <a:endParaRPr sz="780" b="0" i="0" u="none" strike="noStrike" cap="none">
              <a:solidFill>
                <a:srgbClr val="000000"/>
              </a:solidFill>
              <a:latin typeface="Arial"/>
              <a:ea typeface="Arial"/>
              <a:cs typeface="Arial"/>
            </a:endParaRPr>
          </a:p>
        </p:txBody>
      </p:sp>
      <p:sp>
        <p:nvSpPr>
          <p:cNvPr id="687" name="Google Shape;687;p8">
            <a:extLst xmlns:a="http://schemas.openxmlformats.org/drawingml/2006/main">
              <a:ext uri="{FF2B5EF4-FFF2-40B4-BE49-F238E27FC236}">
                <a16:creationId xmlns:a16="http://schemas.microsoft.com/office/drawing/2014/main" id="{67D586E7-51B7-4199-B546-89A6CF6FF776}"/>
              </a:ext>
            </a:extLst>
          </p:cNvPr>
          <p:cNvSpPr>
            <a:spLocks xmlns:a="http://schemas.openxmlformats.org/drawingml/2006/main" noGrp="1"/>
          </p:cNvSpPr>
          <p:nvPr/>
        </p:nvSpPr>
        <p:spPr>
          <a:xfrm xmlns:a="http://schemas.openxmlformats.org/drawingml/2006/main">
            <a:off x="3343275" y="517802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e5366551d0e84faf"/>
              </a:rPr>
              <a:t>French radar case and synthetic smoke only.</a:t>
            </a:r>
            <a:endParaRPr sz="780" b="0" i="0" u="none" strike="noStrike" cap="none">
              <a:solidFill>
                <a:srgbClr val="000000"/>
              </a:solidFill>
              <a:latin typeface="Arial"/>
              <a:ea typeface="Arial"/>
              <a:cs typeface="Arial"/>
            </a:endParaRPr>
          </a:p>
        </p:txBody>
      </p:sp>
      <p:sp>
        <p:nvSpPr>
          <p:cNvPr id="688" name="Google Shape;688;p8">
            <a:extLst xmlns:a="http://schemas.openxmlformats.org/drawingml/2006/main">
              <a:ext uri="{FF2B5EF4-FFF2-40B4-BE49-F238E27FC236}">
                <a16:creationId xmlns:a16="http://schemas.microsoft.com/office/drawing/2014/main" id="{4172467C-5B15-46A4-8A92-59DE8D70A08A}"/>
              </a:ext>
            </a:extLst>
          </p:cNvPr>
          <p:cNvSpPr>
            <a:spLocks xmlns:a="http://schemas.openxmlformats.org/drawingml/2006/main" noGrp="1"/>
          </p:cNvSpPr>
          <p:nvPr/>
        </p:nvSpPr>
        <p:spPr>
          <a:xfrm xmlns:a="http://schemas.openxmlformats.org/drawingml/2006/main">
            <a:off x="3276600" y="5316141"/>
            <a:ext cx="2762400" cy="485700"/>
          </a:xfrm>
          <a:prstGeom xmlns:a="http://schemas.openxmlformats.org/drawingml/2006/main" prst="rect">
            <a:avLst/>
          </a:prstGeom>
          <a:solidFill xmlns:a="http://schemas.openxmlformats.org/drawingml/2006/main">
            <a:srgbClr val="FAFCFE"/>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9" name="Google Shape;689;p8">
            <a:extLst xmlns:a="http://schemas.openxmlformats.org/drawingml/2006/main">
              <a:ext uri="{FF2B5EF4-FFF2-40B4-BE49-F238E27FC236}">
                <a16:creationId xmlns:a16="http://schemas.microsoft.com/office/drawing/2014/main" id="{3E215F67-CF40-4E54-8700-BC8C9D334425}"/>
              </a:ext>
            </a:extLst>
          </p:cNvPr>
          <p:cNvSpPr>
            <a:spLocks xmlns:a="http://schemas.openxmlformats.org/drawingml/2006/main" noGrp="1"/>
          </p:cNvSpPr>
          <p:nvPr/>
        </p:nvSpPr>
        <p:spPr>
          <a:xfrm xmlns:a="http://schemas.openxmlformats.org/drawingml/2006/main">
            <a:off x="3343275" y="533519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60"/>
              <a:buFont typeface="Arial"/>
              <a:buNone/>
            </a:pPr>
            <a:r>
              <a:rPr sz="860" b="1" i="0" u="none" strike="noStrike" cap="none">
                <a:solidFill>
                  <a:srgbClr val="214E83"/>
                </a:solidFill>
                <a:latin typeface="Arial"/>
                <a:ea typeface="Arial"/>
                <a:cs typeface="Arial"/>
                <a:hlinkClick xmlns:r="http://schemas.openxmlformats.org/officeDocument/2006/relationships" r:id="R12a5694335a74fe6"/>
              </a:rPr>
              <a:t>16  Verification and weak labels (S3</a:t>
            </a:r>
            <a:r>
              <a:rPr sz="860" b="1" i="0" u="none" strike="noStrike" cap="none">
                <a:solidFill>
                  <a:srgbClr val="214E83"/>
                </a:solidFill>
                <a:latin typeface="Arial"/>
                <a:ea typeface="Arial"/>
                <a:cs typeface="Arial"/>
                <a:hlinkClick xmlns:r="http://schemas.openxmlformats.org/officeDocument/2006/relationships" r:id="R9dbb7311389c4483"/>
              </a:rPr>
              <a:t>-</a:t>
            </a:r>
            <a:r>
              <a:rPr sz="860" b="1" i="0" u="none" strike="noStrike" cap="none">
                <a:solidFill>
                  <a:srgbClr val="214E83"/>
                </a:solidFill>
                <a:latin typeface="Arial"/>
                <a:ea typeface="Arial"/>
                <a:cs typeface="Arial"/>
                <a:hlinkClick xmlns:r="http://schemas.openxmlformats.org/officeDocument/2006/relationships" r:id="R2e9f73b29f0443d2"/>
              </a:rPr>
              <a:t>6)</a:t>
            </a:r>
            <a:endParaRPr sz="860" b="0" i="0" u="none" strike="noStrike" cap="none">
              <a:solidFill>
                <a:srgbClr val="000000"/>
              </a:solidFill>
              <a:latin typeface="Arial"/>
              <a:ea typeface="Arial"/>
              <a:cs typeface="Arial"/>
            </a:endParaRPr>
          </a:p>
        </p:txBody>
      </p:sp>
      <p:sp>
        <p:nvSpPr>
          <p:cNvPr id="690" name="Google Shape;690;p8">
            <a:extLst xmlns:a="http://schemas.openxmlformats.org/drawingml/2006/main">
              <a:ext uri="{FF2B5EF4-FFF2-40B4-BE49-F238E27FC236}">
                <a16:creationId xmlns:a16="http://schemas.microsoft.com/office/drawing/2014/main" id="{FEF7C34C-9E85-47CE-8D34-79BFAFECF28F}"/>
              </a:ext>
            </a:extLst>
          </p:cNvPr>
          <p:cNvSpPr>
            <a:spLocks xmlns:a="http://schemas.openxmlformats.org/drawingml/2006/main" noGrp="1"/>
          </p:cNvSpPr>
          <p:nvPr/>
        </p:nvSpPr>
        <p:spPr>
          <a:xfrm xmlns:a="http://schemas.openxmlformats.org/drawingml/2006/main">
            <a:off x="3343275" y="5468541"/>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sng" strike="noStrike" cap="none">
                <a:solidFill>
                  <a:srgbClr val="42576B"/>
                </a:solidFill>
                <a:latin typeface="Arial"/>
                <a:ea typeface="Arial"/>
                <a:cs typeface="Arial"/>
                <a:hlinkClick xmlns:r="http://schemas.openxmlformats.org/officeDocument/2006/relationships" r:id="R3307c8971dc94b35"/>
              </a:rPr>
              <a:t>VAJRA public verification guide</a:t>
            </a:r>
            <a:endParaRPr sz="780" b="0" i="0" u="none" strike="noStrike" cap="none">
              <a:solidFill>
                <a:srgbClr val="000000"/>
              </a:solidFill>
              <a:latin typeface="Arial"/>
              <a:ea typeface="Arial"/>
              <a:cs typeface="Arial"/>
            </a:endParaRPr>
          </a:p>
        </p:txBody>
      </p:sp>
      <p:sp>
        <p:nvSpPr>
          <p:cNvPr id="691" name="Google Shape;691;p8">
            <a:extLst xmlns:a="http://schemas.openxmlformats.org/drawingml/2006/main">
              <a:ext uri="{FF2B5EF4-FFF2-40B4-BE49-F238E27FC236}">
                <a16:creationId xmlns:a16="http://schemas.microsoft.com/office/drawing/2014/main" id="{D4F6EE27-21AA-4699-B405-3E02C80F250C}"/>
              </a:ext>
            </a:extLst>
          </p:cNvPr>
          <p:cNvSpPr>
            <a:spLocks xmlns:a="http://schemas.openxmlformats.org/drawingml/2006/main" noGrp="1"/>
          </p:cNvSpPr>
          <p:nvPr/>
        </p:nvSpPr>
        <p:spPr>
          <a:xfrm xmlns:a="http://schemas.openxmlformats.org/drawingml/2006/main">
            <a:off x="3343275" y="5578079"/>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42576B"/>
                </a:solidFill>
                <a:latin typeface="Arial"/>
                <a:ea typeface="Arial"/>
                <a:cs typeface="Arial"/>
                <a:hlinkClick xmlns:r="http://schemas.openxmlformats.org/officeDocument/2006/relationships" r:id="R6ec6af2de5884454"/>
              </a:rPr>
              <a:t>Equal cohorts, calibration and reviewed reports.</a:t>
            </a:r>
            <a:endParaRPr sz="780" b="0" i="0" u="none" strike="noStrike" cap="none">
              <a:solidFill>
                <a:srgbClr val="000000"/>
              </a:solidFill>
              <a:latin typeface="Arial"/>
              <a:ea typeface="Arial"/>
              <a:cs typeface="Arial"/>
            </a:endParaRPr>
          </a:p>
        </p:txBody>
      </p:sp>
      <p:sp>
        <p:nvSpPr>
          <p:cNvPr id="692" name="Google Shape;692;p8">
            <a:extLst xmlns:a="http://schemas.openxmlformats.org/drawingml/2006/main">
              <a:ext uri="{FF2B5EF4-FFF2-40B4-BE49-F238E27FC236}">
                <a16:creationId xmlns:a16="http://schemas.microsoft.com/office/drawing/2014/main" id="{FDE7AE76-622F-4722-BB56-2DB3080AFEF3}"/>
              </a:ext>
            </a:extLst>
          </p:cNvPr>
          <p:cNvSpPr>
            <a:spLocks xmlns:a="http://schemas.openxmlformats.org/drawingml/2006/main" noGrp="1"/>
          </p:cNvSpPr>
          <p:nvPr/>
        </p:nvSpPr>
        <p:spPr>
          <a:xfrm xmlns:a="http://schemas.openxmlformats.org/drawingml/2006/main">
            <a:off x="3343275" y="5687616"/>
            <a:ext cx="2628900" cy="1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80"/>
              <a:buFont typeface="Arial"/>
              <a:buNone/>
            </a:pPr>
            <a:r>
              <a:rPr sz="780" b="0" i="0" u="none" strike="noStrike" cap="none">
                <a:solidFill>
                  <a:srgbClr val="1F5F99"/>
                </a:solidFill>
                <a:latin typeface="Arial"/>
                <a:ea typeface="Arial"/>
                <a:cs typeface="Arial"/>
                <a:hlinkClick xmlns:r="http://schemas.openxmlformats.org/officeDocument/2006/relationships" r:id="Ra561a1c987934839"/>
              </a:rPr>
              <a:t>No majority-to-truth or automatic promotion.</a:t>
            </a:r>
            <a:endParaRPr sz="780" b="0" i="0" u="none" strike="noStrike" cap="none">
              <a:solidFill>
                <a:srgbClr val="000000"/>
              </a:solidFill>
              <a:latin typeface="Arial"/>
              <a:ea typeface="Arial"/>
              <a:cs typeface="Arial"/>
            </a:endParaRPr>
          </a:p>
        </p:txBody>
      </p:sp>
      <p:sp>
        <p:nvSpPr>
          <p:cNvPr id="693" name="Google Shape;693;p8">
            <a:extLst xmlns:a="http://schemas.openxmlformats.org/drawingml/2006/main">
              <a:ext uri="{FF2B5EF4-FFF2-40B4-BE49-F238E27FC236}">
                <a16:creationId xmlns:a16="http://schemas.microsoft.com/office/drawing/2014/main" id="{2D6110A1-1252-42E9-BA7B-6BB0E070FA44}"/>
              </a:ext>
            </a:extLst>
          </p:cNvPr>
          <p:cNvSpPr>
            <a:spLocks xmlns:a="http://schemas.openxmlformats.org/drawingml/2006/main" noGrp="1"/>
          </p:cNvSpPr>
          <p:nvPr/>
        </p:nvSpPr>
        <p:spPr>
          <a:xfrm xmlns:a="http://schemas.openxmlformats.org/drawingml/2006/main">
            <a:off x="419100" y="5906700"/>
            <a:ext cx="5619900" cy="277200"/>
          </a:xfrm>
          <a:prstGeom xmlns:a="http://schemas.openxmlformats.org/drawingml/2006/main" prst="rect">
            <a:avLst/>
          </a:prstGeom>
          <a:solidFill xmlns:a="http://schemas.openxmlformats.org/drawingml/2006/main">
            <a:srgbClr val="980000"/>
          </a:solidFill>
          <a:ln xmlns:a="http://schemas.openxmlformats.org/drawingml/2006/main" w="9525" cap="flat" cmpd="sng">
            <a:solidFill>
              <a:srgbClr val="C7D7E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graphicFrame>
        <p:nvGraphicFramePr>
          <p:cNvPr id="803" name=""/>
          <p:cNvGraphicFramePr/>
          <p:nvPr/>
        </p:nvGraphicFramePr>
        <p:xfrm>
          <a:off xmlns:a="http://schemas.openxmlformats.org/drawingml/2006/main" x="9316688" y="4047173"/>
          <a:ext xmlns:a="http://schemas.openxmlformats.org/drawingml/2006/main" cx="2641473" cy="1815560"/>
        </p:xfrm>
        <a:graphic xmlns:a="http://schemas.openxmlformats.org/drawingml/2006/main">
          <a:graphicData uri="http://schemas.openxmlformats.org/drawingml/2006/table">
            <a:tbl>
              <a:tblPr/>
              <a:tblGrid>
                <a:gridCol w="1485900"/>
                <a:gridCol w="1155573"/>
              </a:tblGrid>
              <a:tr h="363112">
                <a:tc>
                  <a:txBody>
                    <a:bodyPr lIns="47625" tIns="28575" rIns="47625" bIns="28575"/>
                    <a:lstStyle/>
                    <a:p>
                      <a:r>
                        <a:rPr sz="975" b="1">
                          <a:solidFill>
                            <a:srgbClr val="FFFFFF"/>
                          </a:solidFill>
                          <a:latin typeface="Arial"/>
                          <a:ea typeface="Arial"/>
                          <a:cs typeface="Arial"/>
                        </a:rPr>
                        <a:t>Observed-data gate</a:t>
                      </a:r>
                    </a:p>
                  </a:txBody>
                  <a:tcPr marL="91440" marR="91440" marT="45720" marB="45720" anchor="ctr">
                    <a:solidFill>
                      <a:srgbClr val="23568F"/>
                    </a:solidFill>
                  </a:tcPr>
                </a:tc>
                <a:tc>
                  <a:txBody>
                    <a:bodyPr lIns="47625" tIns="28575" rIns="47625" bIns="28575"/>
                    <a:lstStyle/>
                    <a:p>
                      <a:r>
                        <a:rPr sz="975" b="1">
                          <a:solidFill>
                            <a:srgbClr val="FFFFFF"/>
                          </a:solidFill>
                          <a:latin typeface="Arial"/>
                          <a:ea typeface="Arial"/>
                          <a:cs typeface="Arial"/>
                        </a:rPr>
                        <a:t>NCR status</a:t>
                      </a:r>
                    </a:p>
                  </a:txBody>
                  <a:tcPr marL="91440" marR="91440" marT="45720" marB="45720" anchor="ctr">
                    <a:solidFill>
                      <a:srgbClr val="23568F"/>
                    </a:solidFill>
                  </a:tcPr>
                </a:tc>
              </a:tr>
              <a:tr h="363112">
                <a:tc>
                  <a:txBody>
                    <a:bodyPr lIns="47625" tIns="28575" rIns="47625" bIns="28575"/>
                    <a:lstStyle/>
                    <a:p>
                      <a:r>
                        <a:rPr sz="1050" b="0">
                          <a:solidFill>
                            <a:srgbClr val="172534"/>
                          </a:solidFill>
                          <a:latin typeface="Arial"/>
                          <a:ea typeface="Arial"/>
                          <a:cs typeface="Arial"/>
                        </a:rPr>
                        <a:t>Radar sequences</a:t>
                      </a:r>
                    </a:p>
                  </a:txBody>
                  <a:tcPr marL="91440" marR="91440" marT="45720" marB="45720" anchor="ctr">
                    <a:solidFill>
                      <a:srgbClr val="EAF2FA"/>
                    </a:solidFill>
                  </a:tcPr>
                </a:tc>
                <a:tc>
                  <a:txBody>
                    <a:bodyPr lIns="47625" tIns="28575" rIns="47625" bIns="28575"/>
                    <a:lstStyle/>
                    <a:p>
                      <a:r>
                        <a:rPr sz="1050" b="0">
                          <a:solidFill>
                            <a:srgbClr val="172534"/>
                          </a:solidFill>
                          <a:latin typeface="Arial"/>
                          <a:ea typeface="Arial"/>
                          <a:cs typeface="Arial"/>
                        </a:rPr>
                        <a:t>Pending</a:t>
                      </a:r>
                    </a:p>
                  </a:txBody>
                  <a:tcPr marL="91440" marR="91440" marT="45720" marB="45720" anchor="ctr">
                    <a:solidFill>
                      <a:srgbClr val="EAF2FA"/>
                    </a:solidFill>
                  </a:tcPr>
                </a:tc>
              </a:tr>
              <a:tr h="363112">
                <a:tc>
                  <a:txBody>
                    <a:bodyPr lIns="47625" tIns="28575" rIns="47625" bIns="28575"/>
                    <a:lstStyle/>
                    <a:p>
                      <a:r>
                        <a:rPr sz="1050" b="0">
                          <a:solidFill>
                            <a:srgbClr val="172534"/>
                          </a:solidFill>
                          <a:latin typeface="Arial"/>
                          <a:ea typeface="Arial"/>
                          <a:cs typeface="Arial"/>
                        </a:rPr>
                        <a:t>INSAT matching</a:t>
                      </a:r>
                    </a:p>
                  </a:txBody>
                  <a:tcPr marL="91440" marR="91440" marT="45720" marB="45720" anchor="ctr">
                    <a:solidFill>
                      <a:srgbClr val="FFFFFF"/>
                    </a:solidFill>
                  </a:tcPr>
                </a:tc>
                <a:tc>
                  <a:txBody>
                    <a:bodyPr lIns="47625" tIns="28575" rIns="47625" bIns="28575"/>
                    <a:lstStyle/>
                    <a:p>
                      <a:r>
                        <a:rPr sz="1050" b="0">
                          <a:solidFill>
                            <a:srgbClr val="172534"/>
                          </a:solidFill>
                          <a:latin typeface="Arial"/>
                          <a:ea typeface="Arial"/>
                          <a:cs typeface="Arial"/>
                        </a:rPr>
                        <a:t>Pending</a:t>
                      </a:r>
                    </a:p>
                  </a:txBody>
                  <a:tcPr marL="91440" marR="91440" marT="45720" marB="45720" anchor="ctr">
                    <a:solidFill>
                      <a:srgbClr val="FFFFFF"/>
                    </a:solidFill>
                  </a:tcPr>
                </a:tc>
              </a:tr>
              <a:tr h="363112">
                <a:tc>
                  <a:txBody>
                    <a:bodyPr lIns="47625" tIns="28575" rIns="47625" bIns="28575"/>
                    <a:lstStyle/>
                    <a:p>
                      <a:r>
                        <a:rPr sz="1050" b="0">
                          <a:solidFill>
                            <a:srgbClr val="172534"/>
                          </a:solidFill>
                          <a:latin typeface="Arial"/>
                          <a:ea typeface="Arial"/>
                          <a:cs typeface="Arial"/>
                        </a:rPr>
                        <a:t>Lightning coverage</a:t>
                      </a:r>
                    </a:p>
                  </a:txBody>
                  <a:tcPr marL="91440" marR="91440" marT="45720" marB="45720" anchor="ctr">
                    <a:solidFill>
                      <a:srgbClr val="EAF2FA"/>
                    </a:solidFill>
                  </a:tcPr>
                </a:tc>
                <a:tc>
                  <a:txBody>
                    <a:bodyPr lIns="47625" tIns="28575" rIns="47625" bIns="28575"/>
                    <a:lstStyle/>
                    <a:p>
                      <a:r>
                        <a:rPr sz="1050" b="0">
                          <a:solidFill>
                            <a:srgbClr val="172534"/>
                          </a:solidFill>
                          <a:latin typeface="Arial"/>
                          <a:ea typeface="Arial"/>
                          <a:cs typeface="Arial"/>
                        </a:rPr>
                        <a:t>Pending</a:t>
                      </a:r>
                    </a:p>
                  </a:txBody>
                  <a:tcPr marL="91440" marR="91440" marT="45720" marB="45720" anchor="ctr">
                    <a:solidFill>
                      <a:srgbClr val="EAF2FA"/>
                    </a:solidFill>
                  </a:tcPr>
                </a:tc>
              </a:tr>
              <a:tr h="363112">
                <a:tc>
                  <a:txBody>
                    <a:bodyPr lIns="47625" tIns="28575" rIns="47625" bIns="28575"/>
                    <a:lstStyle/>
                    <a:p>
                      <a:r>
                        <a:rPr sz="1050" b="0">
                          <a:solidFill>
                            <a:srgbClr val="172534"/>
                          </a:solidFill>
                          <a:latin typeface="Arial"/>
                          <a:ea typeface="Arial"/>
                          <a:cs typeface="Arial"/>
                        </a:rPr>
                        <a:t>Local field skill</a:t>
                      </a:r>
                    </a:p>
                  </a:txBody>
                  <a:tcPr marL="91440" marR="91440" marT="45720" marB="45720" anchor="ctr">
                    <a:solidFill>
                      <a:srgbClr val="FFFFFF"/>
                    </a:solidFill>
                  </a:tcPr>
                </a:tc>
                <a:tc>
                  <a:txBody>
                    <a:bodyPr lIns="47625" tIns="28575" rIns="47625" bIns="28575"/>
                    <a:lstStyle/>
                    <a:p>
                      <a:r>
                        <a:rPr sz="1050" b="0">
                          <a:solidFill>
                            <a:srgbClr val="172534"/>
                          </a:solidFill>
                          <a:latin typeface="Arial"/>
                          <a:ea typeface="Arial"/>
                          <a:cs typeface="Arial"/>
                        </a:rPr>
                        <a:t>Unmeasured</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73489767"/>
      </p:ext>
    </p:extLst>
  </p:cSl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2026-09-30T17:11:02.0060000Z</dcterms:created>
  <dcterms:modified xsi:type="dcterms:W3CDTF">2026-09-30T17:11:02.0060000Z</dcterms:modified>
</coreProperties>
</file>